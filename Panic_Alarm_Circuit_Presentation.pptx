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60" r:id="rId6"/>
    <p:sldId id="259" r:id="rId7"/>
    <p:sldId id="263" r:id="rId8"/>
    <p:sldId id="264" r:id="rId9"/>
    <p:sldId id="265" r:id="rId10"/>
    <p:sldId id="266" r:id="rId11"/>
    <p:sldId id="267"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1C089E-965E-4ACF-B06A-118AC1ACF360}" type="doc">
      <dgm:prSet loTypeId="urn:microsoft.com/office/officeart/2005/8/layout/process5" loCatId="process" qsTypeId="urn:microsoft.com/office/officeart/2005/8/quickstyle/simple2" qsCatId="simple" csTypeId="urn:microsoft.com/office/officeart/2005/8/colors/colorful5" csCatId="colorful"/>
      <dgm:spPr/>
      <dgm:t>
        <a:bodyPr/>
        <a:lstStyle/>
        <a:p>
          <a:endParaRPr lang="en-US"/>
        </a:p>
      </dgm:t>
    </dgm:pt>
    <dgm:pt modelId="{3965C04F-BD42-4A05-B04F-2EFCEA03F21A}">
      <dgm:prSet/>
      <dgm:spPr/>
      <dgm:t>
        <a:bodyPr/>
        <a:lstStyle/>
        <a:p>
          <a:r>
            <a:rPr lang="en-US"/>
            <a:t>1. 555 Timer IC – 1</a:t>
          </a:r>
        </a:p>
      </dgm:t>
    </dgm:pt>
    <dgm:pt modelId="{AA97C231-13B1-4A5D-A16E-E4792775CA9C}" type="parTrans" cxnId="{8B576E15-5120-4220-A31E-8E5C8B3143B0}">
      <dgm:prSet/>
      <dgm:spPr/>
      <dgm:t>
        <a:bodyPr/>
        <a:lstStyle/>
        <a:p>
          <a:endParaRPr lang="en-US"/>
        </a:p>
      </dgm:t>
    </dgm:pt>
    <dgm:pt modelId="{4D930616-40BA-432C-9982-ECD114B4746E}" type="sibTrans" cxnId="{8B576E15-5120-4220-A31E-8E5C8B3143B0}">
      <dgm:prSet/>
      <dgm:spPr/>
      <dgm:t>
        <a:bodyPr/>
        <a:lstStyle/>
        <a:p>
          <a:endParaRPr lang="en-US"/>
        </a:p>
      </dgm:t>
    </dgm:pt>
    <dgm:pt modelId="{29472787-6ECC-4246-8772-3A6A5C20CC4A}">
      <dgm:prSet/>
      <dgm:spPr/>
      <dgm:t>
        <a:bodyPr/>
        <a:lstStyle/>
        <a:p>
          <a:r>
            <a:rPr lang="en-US"/>
            <a:t>2. Transistor BC547 – 1</a:t>
          </a:r>
        </a:p>
      </dgm:t>
    </dgm:pt>
    <dgm:pt modelId="{27237418-4E68-4E50-A6B4-0618CD0F1FB6}" type="parTrans" cxnId="{35D5B0C8-568F-4FF8-8D0C-72113F6A660F}">
      <dgm:prSet/>
      <dgm:spPr/>
      <dgm:t>
        <a:bodyPr/>
        <a:lstStyle/>
        <a:p>
          <a:endParaRPr lang="en-US"/>
        </a:p>
      </dgm:t>
    </dgm:pt>
    <dgm:pt modelId="{25C61369-E77A-4A32-A3AA-0CAC8DDF2025}" type="sibTrans" cxnId="{35D5B0C8-568F-4FF8-8D0C-72113F6A660F}">
      <dgm:prSet/>
      <dgm:spPr/>
      <dgm:t>
        <a:bodyPr/>
        <a:lstStyle/>
        <a:p>
          <a:endParaRPr lang="en-US"/>
        </a:p>
      </dgm:t>
    </dgm:pt>
    <dgm:pt modelId="{87723EE0-75A0-484B-B25E-DAFF3082C93F}">
      <dgm:prSet/>
      <dgm:spPr/>
      <dgm:t>
        <a:bodyPr/>
        <a:lstStyle/>
        <a:p>
          <a:r>
            <a:rPr lang="en-US"/>
            <a:t>3. Buzzer (6-12V) – 1</a:t>
          </a:r>
        </a:p>
      </dgm:t>
    </dgm:pt>
    <dgm:pt modelId="{08F2568E-A5AF-468C-8631-E2CA7D0FBDD1}" type="parTrans" cxnId="{BE4A4B74-6301-4D9F-9295-63E6F9B31386}">
      <dgm:prSet/>
      <dgm:spPr/>
      <dgm:t>
        <a:bodyPr/>
        <a:lstStyle/>
        <a:p>
          <a:endParaRPr lang="en-US"/>
        </a:p>
      </dgm:t>
    </dgm:pt>
    <dgm:pt modelId="{A7F4A2B4-6EF9-4BD6-909D-111018C144EF}" type="sibTrans" cxnId="{BE4A4B74-6301-4D9F-9295-63E6F9B31386}">
      <dgm:prSet/>
      <dgm:spPr/>
      <dgm:t>
        <a:bodyPr/>
        <a:lstStyle/>
        <a:p>
          <a:endParaRPr lang="en-US"/>
        </a:p>
      </dgm:t>
    </dgm:pt>
    <dgm:pt modelId="{71E1A2D8-B827-4201-A6F1-69D26BBF8FA0}">
      <dgm:prSet/>
      <dgm:spPr/>
      <dgm:t>
        <a:bodyPr/>
        <a:lstStyle/>
        <a:p>
          <a:r>
            <a:rPr lang="en-US"/>
            <a:t>4. LED – 1</a:t>
          </a:r>
        </a:p>
      </dgm:t>
    </dgm:pt>
    <dgm:pt modelId="{A891E0F0-6E36-46C1-A0AE-1CE4C5C0FEEB}" type="parTrans" cxnId="{40F83F09-D795-43C7-9933-A065C53D39AE}">
      <dgm:prSet/>
      <dgm:spPr/>
      <dgm:t>
        <a:bodyPr/>
        <a:lstStyle/>
        <a:p>
          <a:endParaRPr lang="en-US"/>
        </a:p>
      </dgm:t>
    </dgm:pt>
    <dgm:pt modelId="{C93B880E-40F8-4172-B137-8C8C1757A059}" type="sibTrans" cxnId="{40F83F09-D795-43C7-9933-A065C53D39AE}">
      <dgm:prSet/>
      <dgm:spPr/>
      <dgm:t>
        <a:bodyPr/>
        <a:lstStyle/>
        <a:p>
          <a:endParaRPr lang="en-US"/>
        </a:p>
      </dgm:t>
    </dgm:pt>
    <dgm:pt modelId="{D3E53AAB-93CE-4878-8F35-DC3E2EDDFA25}">
      <dgm:prSet/>
      <dgm:spPr/>
      <dgm:t>
        <a:bodyPr/>
        <a:lstStyle/>
        <a:p>
          <a:r>
            <a:rPr lang="en-US"/>
            <a:t>5. Tactile switch  – 2</a:t>
          </a:r>
        </a:p>
      </dgm:t>
    </dgm:pt>
    <dgm:pt modelId="{73599497-B7AD-4CCB-9521-67F177C5E907}" type="parTrans" cxnId="{D2D7947B-3691-411C-B48D-CFFDD442AD0B}">
      <dgm:prSet/>
      <dgm:spPr/>
      <dgm:t>
        <a:bodyPr/>
        <a:lstStyle/>
        <a:p>
          <a:endParaRPr lang="en-US"/>
        </a:p>
      </dgm:t>
    </dgm:pt>
    <dgm:pt modelId="{F8D5FD5F-10CC-4CA2-B92D-C01CD7AB13B4}" type="sibTrans" cxnId="{D2D7947B-3691-411C-B48D-CFFDD442AD0B}">
      <dgm:prSet/>
      <dgm:spPr/>
      <dgm:t>
        <a:bodyPr/>
        <a:lstStyle/>
        <a:p>
          <a:endParaRPr lang="en-US"/>
        </a:p>
      </dgm:t>
    </dgm:pt>
    <dgm:pt modelId="{406C8ADC-C1BB-4EDB-A527-5E502EEE9BEC}">
      <dgm:prSet/>
      <dgm:spPr/>
      <dgm:t>
        <a:bodyPr/>
        <a:lstStyle/>
        <a:p>
          <a:r>
            <a:rPr lang="en-US"/>
            <a:t>6. 9V Battery with holder – 1.</a:t>
          </a:r>
        </a:p>
      </dgm:t>
    </dgm:pt>
    <dgm:pt modelId="{AF7BCA5B-B637-408D-8CD7-101C31310CFF}" type="parTrans" cxnId="{56A4A4E1-337C-4BD5-ADE7-E5654D7EA382}">
      <dgm:prSet/>
      <dgm:spPr/>
      <dgm:t>
        <a:bodyPr/>
        <a:lstStyle/>
        <a:p>
          <a:endParaRPr lang="en-US"/>
        </a:p>
      </dgm:t>
    </dgm:pt>
    <dgm:pt modelId="{4E98C2AD-ACDB-4915-AD1C-E3BC22353C5F}" type="sibTrans" cxnId="{56A4A4E1-337C-4BD5-ADE7-E5654D7EA382}">
      <dgm:prSet/>
      <dgm:spPr/>
      <dgm:t>
        <a:bodyPr/>
        <a:lstStyle/>
        <a:p>
          <a:endParaRPr lang="en-US"/>
        </a:p>
      </dgm:t>
    </dgm:pt>
    <dgm:pt modelId="{CC1420D1-4C0C-45FD-B7A9-F3A3998965BE}">
      <dgm:prSet/>
      <dgm:spPr/>
      <dgm:t>
        <a:bodyPr/>
        <a:lstStyle/>
        <a:p>
          <a:r>
            <a:rPr lang="en-US"/>
            <a:t>7. Resistors (10k</a:t>
          </a:r>
          <a:r>
            <a:rPr lang="el-GR"/>
            <a:t>Ὠ – 3; 1</a:t>
          </a:r>
          <a:r>
            <a:rPr lang="en-US"/>
            <a:t>K</a:t>
          </a:r>
          <a:r>
            <a:rPr lang="el-GR"/>
            <a:t>Ὠ - 2)</a:t>
          </a:r>
          <a:endParaRPr lang="en-US"/>
        </a:p>
      </dgm:t>
    </dgm:pt>
    <dgm:pt modelId="{F2A1CFC3-F5B0-4D33-A72A-871669EABB5C}" type="parTrans" cxnId="{B7410624-5EBA-4D62-AC91-EED07E40AFF1}">
      <dgm:prSet/>
      <dgm:spPr/>
      <dgm:t>
        <a:bodyPr/>
        <a:lstStyle/>
        <a:p>
          <a:endParaRPr lang="en-US"/>
        </a:p>
      </dgm:t>
    </dgm:pt>
    <dgm:pt modelId="{09B6019F-A692-4995-93BC-D0BBD6067C9D}" type="sibTrans" cxnId="{B7410624-5EBA-4D62-AC91-EED07E40AFF1}">
      <dgm:prSet/>
      <dgm:spPr/>
      <dgm:t>
        <a:bodyPr/>
        <a:lstStyle/>
        <a:p>
          <a:endParaRPr lang="en-US"/>
        </a:p>
      </dgm:t>
    </dgm:pt>
    <dgm:pt modelId="{1AB53817-F116-49BD-9C48-013EF8FD1E16}">
      <dgm:prSet/>
      <dgm:spPr/>
      <dgm:t>
        <a:bodyPr/>
        <a:lstStyle/>
        <a:p>
          <a:r>
            <a:rPr lang="el-GR"/>
            <a:t>8. </a:t>
          </a:r>
          <a:r>
            <a:rPr lang="en-US"/>
            <a:t>Ceramic capacitor(0.01uF) – 1</a:t>
          </a:r>
        </a:p>
      </dgm:t>
    </dgm:pt>
    <dgm:pt modelId="{64F591AD-C3D0-4BE2-95D3-80313C02CD2B}" type="parTrans" cxnId="{258396C9-1AC2-45F2-BAE9-19D13964470B}">
      <dgm:prSet/>
      <dgm:spPr/>
      <dgm:t>
        <a:bodyPr/>
        <a:lstStyle/>
        <a:p>
          <a:endParaRPr lang="en-US"/>
        </a:p>
      </dgm:t>
    </dgm:pt>
    <dgm:pt modelId="{E3995D12-C529-4BB2-833C-558BB215924C}" type="sibTrans" cxnId="{258396C9-1AC2-45F2-BAE9-19D13964470B}">
      <dgm:prSet/>
      <dgm:spPr/>
      <dgm:t>
        <a:bodyPr/>
        <a:lstStyle/>
        <a:p>
          <a:endParaRPr lang="en-US"/>
        </a:p>
      </dgm:t>
    </dgm:pt>
    <dgm:pt modelId="{B93F641A-B33D-4C42-9F12-FB96588CE82A}">
      <dgm:prSet/>
      <dgm:spPr/>
      <dgm:t>
        <a:bodyPr/>
        <a:lstStyle/>
        <a:p>
          <a:r>
            <a:rPr lang="en-US"/>
            <a:t>9. ESP8266 CH340 NodeMCU Wifi Module Lua V3</a:t>
          </a:r>
        </a:p>
      </dgm:t>
    </dgm:pt>
    <dgm:pt modelId="{C0F45D80-4D5D-4287-9E74-12BDBE9E7D6F}" type="parTrans" cxnId="{9F502C0D-4FEB-4829-BBBD-DE5D45F4A822}">
      <dgm:prSet/>
      <dgm:spPr/>
      <dgm:t>
        <a:bodyPr/>
        <a:lstStyle/>
        <a:p>
          <a:endParaRPr lang="en-US"/>
        </a:p>
      </dgm:t>
    </dgm:pt>
    <dgm:pt modelId="{1772ECC3-B9C5-4CA1-92EE-F9BE06DF042C}" type="sibTrans" cxnId="{9F502C0D-4FEB-4829-BBBD-DE5D45F4A822}">
      <dgm:prSet/>
      <dgm:spPr/>
      <dgm:t>
        <a:bodyPr/>
        <a:lstStyle/>
        <a:p>
          <a:endParaRPr lang="en-US"/>
        </a:p>
      </dgm:t>
    </dgm:pt>
    <dgm:pt modelId="{AC4C8C99-8496-4382-A207-82F8A9FA94F3}">
      <dgm:prSet/>
      <dgm:spPr/>
      <dgm:t>
        <a:bodyPr/>
        <a:lstStyle/>
        <a:p>
          <a:r>
            <a:rPr lang="en-US"/>
            <a:t>10. Breadboard</a:t>
          </a:r>
        </a:p>
      </dgm:t>
    </dgm:pt>
    <dgm:pt modelId="{FACE6F0C-CE6D-4D2D-88C5-8A43753C21CB}" type="parTrans" cxnId="{79F41E3B-3E88-4363-A0B2-084AAE282414}">
      <dgm:prSet/>
      <dgm:spPr/>
      <dgm:t>
        <a:bodyPr/>
        <a:lstStyle/>
        <a:p>
          <a:endParaRPr lang="en-US"/>
        </a:p>
      </dgm:t>
    </dgm:pt>
    <dgm:pt modelId="{8A927F0B-E034-48EE-A7BB-FB5E444F55B0}" type="sibTrans" cxnId="{79F41E3B-3E88-4363-A0B2-084AAE282414}">
      <dgm:prSet/>
      <dgm:spPr/>
      <dgm:t>
        <a:bodyPr/>
        <a:lstStyle/>
        <a:p>
          <a:endParaRPr lang="en-US"/>
        </a:p>
      </dgm:t>
    </dgm:pt>
    <dgm:pt modelId="{BC9FC0C2-820D-41C1-AC80-CACE191C220A}" type="pres">
      <dgm:prSet presAssocID="{661C089E-965E-4ACF-B06A-118AC1ACF360}" presName="diagram" presStyleCnt="0">
        <dgm:presLayoutVars>
          <dgm:dir/>
          <dgm:resizeHandles val="exact"/>
        </dgm:presLayoutVars>
      </dgm:prSet>
      <dgm:spPr/>
    </dgm:pt>
    <dgm:pt modelId="{08E1EF5C-811F-4E5D-87D6-1A036135BB2C}" type="pres">
      <dgm:prSet presAssocID="{3965C04F-BD42-4A05-B04F-2EFCEA03F21A}" presName="node" presStyleLbl="node1" presStyleIdx="0" presStyleCnt="10">
        <dgm:presLayoutVars>
          <dgm:bulletEnabled val="1"/>
        </dgm:presLayoutVars>
      </dgm:prSet>
      <dgm:spPr/>
    </dgm:pt>
    <dgm:pt modelId="{0EC89477-FAD3-4B6C-B75D-9F506C085F57}" type="pres">
      <dgm:prSet presAssocID="{4D930616-40BA-432C-9982-ECD114B4746E}" presName="sibTrans" presStyleLbl="sibTrans2D1" presStyleIdx="0" presStyleCnt="9"/>
      <dgm:spPr/>
    </dgm:pt>
    <dgm:pt modelId="{48509343-E8AB-4F78-80C2-EA7887832552}" type="pres">
      <dgm:prSet presAssocID="{4D930616-40BA-432C-9982-ECD114B4746E}" presName="connectorText" presStyleLbl="sibTrans2D1" presStyleIdx="0" presStyleCnt="9"/>
      <dgm:spPr/>
    </dgm:pt>
    <dgm:pt modelId="{913E1DD7-5B93-4835-BE93-C4460E4DE224}" type="pres">
      <dgm:prSet presAssocID="{29472787-6ECC-4246-8772-3A6A5C20CC4A}" presName="node" presStyleLbl="node1" presStyleIdx="1" presStyleCnt="10">
        <dgm:presLayoutVars>
          <dgm:bulletEnabled val="1"/>
        </dgm:presLayoutVars>
      </dgm:prSet>
      <dgm:spPr/>
    </dgm:pt>
    <dgm:pt modelId="{128E173B-8CC8-49CD-8188-82AB20F33078}" type="pres">
      <dgm:prSet presAssocID="{25C61369-E77A-4A32-A3AA-0CAC8DDF2025}" presName="sibTrans" presStyleLbl="sibTrans2D1" presStyleIdx="1" presStyleCnt="9"/>
      <dgm:spPr/>
    </dgm:pt>
    <dgm:pt modelId="{AF7A8A69-1937-435B-A5A9-B972D685FCBF}" type="pres">
      <dgm:prSet presAssocID="{25C61369-E77A-4A32-A3AA-0CAC8DDF2025}" presName="connectorText" presStyleLbl="sibTrans2D1" presStyleIdx="1" presStyleCnt="9"/>
      <dgm:spPr/>
    </dgm:pt>
    <dgm:pt modelId="{11EB6C58-3736-43BF-A4FC-057BE361D032}" type="pres">
      <dgm:prSet presAssocID="{87723EE0-75A0-484B-B25E-DAFF3082C93F}" presName="node" presStyleLbl="node1" presStyleIdx="2" presStyleCnt="10">
        <dgm:presLayoutVars>
          <dgm:bulletEnabled val="1"/>
        </dgm:presLayoutVars>
      </dgm:prSet>
      <dgm:spPr/>
    </dgm:pt>
    <dgm:pt modelId="{0866B8B5-1A9A-418C-97B0-83588253E343}" type="pres">
      <dgm:prSet presAssocID="{A7F4A2B4-6EF9-4BD6-909D-111018C144EF}" presName="sibTrans" presStyleLbl="sibTrans2D1" presStyleIdx="2" presStyleCnt="9"/>
      <dgm:spPr/>
    </dgm:pt>
    <dgm:pt modelId="{AAFEF90A-D811-45B5-9E7B-EADB070EAD68}" type="pres">
      <dgm:prSet presAssocID="{A7F4A2B4-6EF9-4BD6-909D-111018C144EF}" presName="connectorText" presStyleLbl="sibTrans2D1" presStyleIdx="2" presStyleCnt="9"/>
      <dgm:spPr/>
    </dgm:pt>
    <dgm:pt modelId="{A927C872-3695-4618-B101-309095FDD022}" type="pres">
      <dgm:prSet presAssocID="{71E1A2D8-B827-4201-A6F1-69D26BBF8FA0}" presName="node" presStyleLbl="node1" presStyleIdx="3" presStyleCnt="10">
        <dgm:presLayoutVars>
          <dgm:bulletEnabled val="1"/>
        </dgm:presLayoutVars>
      </dgm:prSet>
      <dgm:spPr/>
    </dgm:pt>
    <dgm:pt modelId="{721F5CB1-5D26-4DF3-8623-5FCE1A29D72F}" type="pres">
      <dgm:prSet presAssocID="{C93B880E-40F8-4172-B137-8C8C1757A059}" presName="sibTrans" presStyleLbl="sibTrans2D1" presStyleIdx="3" presStyleCnt="9"/>
      <dgm:spPr/>
    </dgm:pt>
    <dgm:pt modelId="{EA7DBF6A-8D9B-42B7-9FDE-DB363ACF7C28}" type="pres">
      <dgm:prSet presAssocID="{C93B880E-40F8-4172-B137-8C8C1757A059}" presName="connectorText" presStyleLbl="sibTrans2D1" presStyleIdx="3" presStyleCnt="9"/>
      <dgm:spPr/>
    </dgm:pt>
    <dgm:pt modelId="{86C6EF00-6126-4B24-9018-690E30664E54}" type="pres">
      <dgm:prSet presAssocID="{D3E53AAB-93CE-4878-8F35-DC3E2EDDFA25}" presName="node" presStyleLbl="node1" presStyleIdx="4" presStyleCnt="10">
        <dgm:presLayoutVars>
          <dgm:bulletEnabled val="1"/>
        </dgm:presLayoutVars>
      </dgm:prSet>
      <dgm:spPr/>
    </dgm:pt>
    <dgm:pt modelId="{E140B0B8-1303-4784-8A64-42497BB3CA60}" type="pres">
      <dgm:prSet presAssocID="{F8D5FD5F-10CC-4CA2-B92D-C01CD7AB13B4}" presName="sibTrans" presStyleLbl="sibTrans2D1" presStyleIdx="4" presStyleCnt="9"/>
      <dgm:spPr/>
    </dgm:pt>
    <dgm:pt modelId="{D4118FBF-0FE6-423F-A3F7-34EE72680DD9}" type="pres">
      <dgm:prSet presAssocID="{F8D5FD5F-10CC-4CA2-B92D-C01CD7AB13B4}" presName="connectorText" presStyleLbl="sibTrans2D1" presStyleIdx="4" presStyleCnt="9"/>
      <dgm:spPr/>
    </dgm:pt>
    <dgm:pt modelId="{E64C2E70-6E47-4124-BBB1-62CB6CCF1342}" type="pres">
      <dgm:prSet presAssocID="{406C8ADC-C1BB-4EDB-A527-5E502EEE9BEC}" presName="node" presStyleLbl="node1" presStyleIdx="5" presStyleCnt="10">
        <dgm:presLayoutVars>
          <dgm:bulletEnabled val="1"/>
        </dgm:presLayoutVars>
      </dgm:prSet>
      <dgm:spPr/>
    </dgm:pt>
    <dgm:pt modelId="{B4A4D9E1-E75C-43CE-85F7-3A9EE968A023}" type="pres">
      <dgm:prSet presAssocID="{4E98C2AD-ACDB-4915-AD1C-E3BC22353C5F}" presName="sibTrans" presStyleLbl="sibTrans2D1" presStyleIdx="5" presStyleCnt="9"/>
      <dgm:spPr/>
    </dgm:pt>
    <dgm:pt modelId="{D885F37D-32AA-4BBE-B6B6-5371E6BB96B5}" type="pres">
      <dgm:prSet presAssocID="{4E98C2AD-ACDB-4915-AD1C-E3BC22353C5F}" presName="connectorText" presStyleLbl="sibTrans2D1" presStyleIdx="5" presStyleCnt="9"/>
      <dgm:spPr/>
    </dgm:pt>
    <dgm:pt modelId="{162E2F09-8175-4991-A0F2-416A1C366014}" type="pres">
      <dgm:prSet presAssocID="{CC1420D1-4C0C-45FD-B7A9-F3A3998965BE}" presName="node" presStyleLbl="node1" presStyleIdx="6" presStyleCnt="10">
        <dgm:presLayoutVars>
          <dgm:bulletEnabled val="1"/>
        </dgm:presLayoutVars>
      </dgm:prSet>
      <dgm:spPr/>
    </dgm:pt>
    <dgm:pt modelId="{18DAD26B-35AC-4E54-B85F-CD811789D038}" type="pres">
      <dgm:prSet presAssocID="{09B6019F-A692-4995-93BC-D0BBD6067C9D}" presName="sibTrans" presStyleLbl="sibTrans2D1" presStyleIdx="6" presStyleCnt="9"/>
      <dgm:spPr/>
    </dgm:pt>
    <dgm:pt modelId="{A1EC6207-870C-49A3-AEE1-3195804A9A8E}" type="pres">
      <dgm:prSet presAssocID="{09B6019F-A692-4995-93BC-D0BBD6067C9D}" presName="connectorText" presStyleLbl="sibTrans2D1" presStyleIdx="6" presStyleCnt="9"/>
      <dgm:spPr/>
    </dgm:pt>
    <dgm:pt modelId="{D6ABD053-D788-4EA6-8805-C8855BBC177C}" type="pres">
      <dgm:prSet presAssocID="{1AB53817-F116-49BD-9C48-013EF8FD1E16}" presName="node" presStyleLbl="node1" presStyleIdx="7" presStyleCnt="10">
        <dgm:presLayoutVars>
          <dgm:bulletEnabled val="1"/>
        </dgm:presLayoutVars>
      </dgm:prSet>
      <dgm:spPr/>
    </dgm:pt>
    <dgm:pt modelId="{4856608C-7EE8-4074-AF39-2A9C3A4C66AE}" type="pres">
      <dgm:prSet presAssocID="{E3995D12-C529-4BB2-833C-558BB215924C}" presName="sibTrans" presStyleLbl="sibTrans2D1" presStyleIdx="7" presStyleCnt="9"/>
      <dgm:spPr/>
    </dgm:pt>
    <dgm:pt modelId="{84D15929-DDFD-450D-861F-061F66683A83}" type="pres">
      <dgm:prSet presAssocID="{E3995D12-C529-4BB2-833C-558BB215924C}" presName="connectorText" presStyleLbl="sibTrans2D1" presStyleIdx="7" presStyleCnt="9"/>
      <dgm:spPr/>
    </dgm:pt>
    <dgm:pt modelId="{375D8EBD-7D02-4B25-A5E8-FDAE70A6F59C}" type="pres">
      <dgm:prSet presAssocID="{B93F641A-B33D-4C42-9F12-FB96588CE82A}" presName="node" presStyleLbl="node1" presStyleIdx="8" presStyleCnt="10">
        <dgm:presLayoutVars>
          <dgm:bulletEnabled val="1"/>
        </dgm:presLayoutVars>
      </dgm:prSet>
      <dgm:spPr/>
    </dgm:pt>
    <dgm:pt modelId="{9298F3A5-A1F4-4FDE-B55A-601E45302B46}" type="pres">
      <dgm:prSet presAssocID="{1772ECC3-B9C5-4CA1-92EE-F9BE06DF042C}" presName="sibTrans" presStyleLbl="sibTrans2D1" presStyleIdx="8" presStyleCnt="9"/>
      <dgm:spPr/>
    </dgm:pt>
    <dgm:pt modelId="{DE7D03BA-1E3B-424C-9008-E76F1208FB88}" type="pres">
      <dgm:prSet presAssocID="{1772ECC3-B9C5-4CA1-92EE-F9BE06DF042C}" presName="connectorText" presStyleLbl="sibTrans2D1" presStyleIdx="8" presStyleCnt="9"/>
      <dgm:spPr/>
    </dgm:pt>
    <dgm:pt modelId="{6DE32426-9A70-422C-A93A-77A3376D5944}" type="pres">
      <dgm:prSet presAssocID="{AC4C8C99-8496-4382-A207-82F8A9FA94F3}" presName="node" presStyleLbl="node1" presStyleIdx="9" presStyleCnt="10">
        <dgm:presLayoutVars>
          <dgm:bulletEnabled val="1"/>
        </dgm:presLayoutVars>
      </dgm:prSet>
      <dgm:spPr/>
    </dgm:pt>
  </dgm:ptLst>
  <dgm:cxnLst>
    <dgm:cxn modelId="{40F83F09-D795-43C7-9933-A065C53D39AE}" srcId="{661C089E-965E-4ACF-B06A-118AC1ACF360}" destId="{71E1A2D8-B827-4201-A6F1-69D26BBF8FA0}" srcOrd="3" destOrd="0" parTransId="{A891E0F0-6E36-46C1-A0AE-1CE4C5C0FEEB}" sibTransId="{C93B880E-40F8-4172-B137-8C8C1757A059}"/>
    <dgm:cxn modelId="{9F502C0D-4FEB-4829-BBBD-DE5D45F4A822}" srcId="{661C089E-965E-4ACF-B06A-118AC1ACF360}" destId="{B93F641A-B33D-4C42-9F12-FB96588CE82A}" srcOrd="8" destOrd="0" parTransId="{C0F45D80-4D5D-4287-9E74-12BDBE9E7D6F}" sibTransId="{1772ECC3-B9C5-4CA1-92EE-F9BE06DF042C}"/>
    <dgm:cxn modelId="{2147C30E-4A26-4ACD-AF66-3F64819C9C13}" type="presOf" srcId="{29472787-6ECC-4246-8772-3A6A5C20CC4A}" destId="{913E1DD7-5B93-4835-BE93-C4460E4DE224}" srcOrd="0" destOrd="0" presId="urn:microsoft.com/office/officeart/2005/8/layout/process5"/>
    <dgm:cxn modelId="{2C4FAC14-826B-4517-8CA1-5892AB4CEA48}" type="presOf" srcId="{09B6019F-A692-4995-93BC-D0BBD6067C9D}" destId="{18DAD26B-35AC-4E54-B85F-CD811789D038}" srcOrd="0" destOrd="0" presId="urn:microsoft.com/office/officeart/2005/8/layout/process5"/>
    <dgm:cxn modelId="{8B576E15-5120-4220-A31E-8E5C8B3143B0}" srcId="{661C089E-965E-4ACF-B06A-118AC1ACF360}" destId="{3965C04F-BD42-4A05-B04F-2EFCEA03F21A}" srcOrd="0" destOrd="0" parTransId="{AA97C231-13B1-4A5D-A16E-E4792775CA9C}" sibTransId="{4D930616-40BA-432C-9982-ECD114B4746E}"/>
    <dgm:cxn modelId="{B7410624-5EBA-4D62-AC91-EED07E40AFF1}" srcId="{661C089E-965E-4ACF-B06A-118AC1ACF360}" destId="{CC1420D1-4C0C-45FD-B7A9-F3A3998965BE}" srcOrd="6" destOrd="0" parTransId="{F2A1CFC3-F5B0-4D33-A72A-871669EABB5C}" sibTransId="{09B6019F-A692-4995-93BC-D0BBD6067C9D}"/>
    <dgm:cxn modelId="{DA21D629-F243-47CE-AF8B-0D152CEBF77C}" type="presOf" srcId="{E3995D12-C529-4BB2-833C-558BB215924C}" destId="{84D15929-DDFD-450D-861F-061F66683A83}" srcOrd="1" destOrd="0" presId="urn:microsoft.com/office/officeart/2005/8/layout/process5"/>
    <dgm:cxn modelId="{E2656A31-9AC5-4531-A099-35FAF6735F25}" type="presOf" srcId="{1AB53817-F116-49BD-9C48-013EF8FD1E16}" destId="{D6ABD053-D788-4EA6-8805-C8855BBC177C}" srcOrd="0" destOrd="0" presId="urn:microsoft.com/office/officeart/2005/8/layout/process5"/>
    <dgm:cxn modelId="{79F41E3B-3E88-4363-A0B2-084AAE282414}" srcId="{661C089E-965E-4ACF-B06A-118AC1ACF360}" destId="{AC4C8C99-8496-4382-A207-82F8A9FA94F3}" srcOrd="9" destOrd="0" parTransId="{FACE6F0C-CE6D-4D2D-88C5-8A43753C21CB}" sibTransId="{8A927F0B-E034-48EE-A7BB-FB5E444F55B0}"/>
    <dgm:cxn modelId="{B7455346-E330-4628-9540-69B226F4D0A2}" type="presOf" srcId="{AC4C8C99-8496-4382-A207-82F8A9FA94F3}" destId="{6DE32426-9A70-422C-A93A-77A3376D5944}" srcOrd="0" destOrd="0" presId="urn:microsoft.com/office/officeart/2005/8/layout/process5"/>
    <dgm:cxn modelId="{F2EA7646-22A4-4BAA-B3D4-268BAC773186}" type="presOf" srcId="{25C61369-E77A-4A32-A3AA-0CAC8DDF2025}" destId="{AF7A8A69-1937-435B-A5A9-B972D685FCBF}" srcOrd="1" destOrd="0" presId="urn:microsoft.com/office/officeart/2005/8/layout/process5"/>
    <dgm:cxn modelId="{27ECBB4B-A705-4BE8-9365-9F61F774D2D2}" type="presOf" srcId="{CC1420D1-4C0C-45FD-B7A9-F3A3998965BE}" destId="{162E2F09-8175-4991-A0F2-416A1C366014}" srcOrd="0" destOrd="0" presId="urn:microsoft.com/office/officeart/2005/8/layout/process5"/>
    <dgm:cxn modelId="{BF70A350-DDE2-4201-BE39-C9C6A4A2A0E8}" type="presOf" srcId="{87723EE0-75A0-484B-B25E-DAFF3082C93F}" destId="{11EB6C58-3736-43BF-A4FC-057BE361D032}" srcOrd="0" destOrd="0" presId="urn:microsoft.com/office/officeart/2005/8/layout/process5"/>
    <dgm:cxn modelId="{BE4A4B74-6301-4D9F-9295-63E6F9B31386}" srcId="{661C089E-965E-4ACF-B06A-118AC1ACF360}" destId="{87723EE0-75A0-484B-B25E-DAFF3082C93F}" srcOrd="2" destOrd="0" parTransId="{08F2568E-A5AF-468C-8631-E2CA7D0FBDD1}" sibTransId="{A7F4A2B4-6EF9-4BD6-909D-111018C144EF}"/>
    <dgm:cxn modelId="{AEE1B874-82CD-4795-9765-EDD1C0A68A41}" type="presOf" srcId="{4E98C2AD-ACDB-4915-AD1C-E3BC22353C5F}" destId="{D885F37D-32AA-4BBE-B6B6-5371E6BB96B5}" srcOrd="1" destOrd="0" presId="urn:microsoft.com/office/officeart/2005/8/layout/process5"/>
    <dgm:cxn modelId="{E71B297B-332B-4135-B563-DA16D49BBE61}" type="presOf" srcId="{A7F4A2B4-6EF9-4BD6-909D-111018C144EF}" destId="{0866B8B5-1A9A-418C-97B0-83588253E343}" srcOrd="0" destOrd="0" presId="urn:microsoft.com/office/officeart/2005/8/layout/process5"/>
    <dgm:cxn modelId="{D2D7947B-3691-411C-B48D-CFFDD442AD0B}" srcId="{661C089E-965E-4ACF-B06A-118AC1ACF360}" destId="{D3E53AAB-93CE-4878-8F35-DC3E2EDDFA25}" srcOrd="4" destOrd="0" parTransId="{73599497-B7AD-4CCB-9521-67F177C5E907}" sibTransId="{F8D5FD5F-10CC-4CA2-B92D-C01CD7AB13B4}"/>
    <dgm:cxn modelId="{B607BA7D-278C-4ED5-A37F-7359970F0018}" type="presOf" srcId="{C93B880E-40F8-4172-B137-8C8C1757A059}" destId="{721F5CB1-5D26-4DF3-8623-5FCE1A29D72F}" srcOrd="0" destOrd="0" presId="urn:microsoft.com/office/officeart/2005/8/layout/process5"/>
    <dgm:cxn modelId="{86C04189-31E7-4AEA-9CFC-E4470FCFD3ED}" type="presOf" srcId="{B93F641A-B33D-4C42-9F12-FB96588CE82A}" destId="{375D8EBD-7D02-4B25-A5E8-FDAE70A6F59C}" srcOrd="0" destOrd="0" presId="urn:microsoft.com/office/officeart/2005/8/layout/process5"/>
    <dgm:cxn modelId="{09E7418A-966C-4326-8C7B-F55D3FC8D990}" type="presOf" srcId="{C93B880E-40F8-4172-B137-8C8C1757A059}" destId="{EA7DBF6A-8D9B-42B7-9FDE-DB363ACF7C28}" srcOrd="1" destOrd="0" presId="urn:microsoft.com/office/officeart/2005/8/layout/process5"/>
    <dgm:cxn modelId="{5C4DF08F-8AE2-4646-A823-2B19613A34B0}" type="presOf" srcId="{71E1A2D8-B827-4201-A6F1-69D26BBF8FA0}" destId="{A927C872-3695-4618-B101-309095FDD022}" srcOrd="0" destOrd="0" presId="urn:microsoft.com/office/officeart/2005/8/layout/process5"/>
    <dgm:cxn modelId="{B660AB9C-8160-4EEF-8865-4BC7E7728BA5}" type="presOf" srcId="{3965C04F-BD42-4A05-B04F-2EFCEA03F21A}" destId="{08E1EF5C-811F-4E5D-87D6-1A036135BB2C}" srcOrd="0" destOrd="0" presId="urn:microsoft.com/office/officeart/2005/8/layout/process5"/>
    <dgm:cxn modelId="{870BACAF-F09E-43D2-8A67-768EC068846C}" type="presOf" srcId="{1772ECC3-B9C5-4CA1-92EE-F9BE06DF042C}" destId="{DE7D03BA-1E3B-424C-9008-E76F1208FB88}" srcOrd="1" destOrd="0" presId="urn:microsoft.com/office/officeart/2005/8/layout/process5"/>
    <dgm:cxn modelId="{40D457B2-D5CA-4CDA-B0DC-5FBA67BD20CA}" type="presOf" srcId="{4D930616-40BA-432C-9982-ECD114B4746E}" destId="{0EC89477-FAD3-4B6C-B75D-9F506C085F57}" srcOrd="0" destOrd="0" presId="urn:microsoft.com/office/officeart/2005/8/layout/process5"/>
    <dgm:cxn modelId="{918EC2B2-6EB4-4547-8F40-BD8F65212417}" type="presOf" srcId="{F8D5FD5F-10CC-4CA2-B92D-C01CD7AB13B4}" destId="{E140B0B8-1303-4784-8A64-42497BB3CA60}" srcOrd="0" destOrd="0" presId="urn:microsoft.com/office/officeart/2005/8/layout/process5"/>
    <dgm:cxn modelId="{52A107B7-47AF-4739-B57D-B40094530A27}" type="presOf" srcId="{25C61369-E77A-4A32-A3AA-0CAC8DDF2025}" destId="{128E173B-8CC8-49CD-8188-82AB20F33078}" srcOrd="0" destOrd="0" presId="urn:microsoft.com/office/officeart/2005/8/layout/process5"/>
    <dgm:cxn modelId="{35D5B0C8-568F-4FF8-8D0C-72113F6A660F}" srcId="{661C089E-965E-4ACF-B06A-118AC1ACF360}" destId="{29472787-6ECC-4246-8772-3A6A5C20CC4A}" srcOrd="1" destOrd="0" parTransId="{27237418-4E68-4E50-A6B4-0618CD0F1FB6}" sibTransId="{25C61369-E77A-4A32-A3AA-0CAC8DDF2025}"/>
    <dgm:cxn modelId="{258396C9-1AC2-45F2-BAE9-19D13964470B}" srcId="{661C089E-965E-4ACF-B06A-118AC1ACF360}" destId="{1AB53817-F116-49BD-9C48-013EF8FD1E16}" srcOrd="7" destOrd="0" parTransId="{64F591AD-C3D0-4BE2-95D3-80313C02CD2B}" sibTransId="{E3995D12-C529-4BB2-833C-558BB215924C}"/>
    <dgm:cxn modelId="{DFADE0C9-A139-42A7-98DD-0DC46AD355C2}" type="presOf" srcId="{4E98C2AD-ACDB-4915-AD1C-E3BC22353C5F}" destId="{B4A4D9E1-E75C-43CE-85F7-3A9EE968A023}" srcOrd="0" destOrd="0" presId="urn:microsoft.com/office/officeart/2005/8/layout/process5"/>
    <dgm:cxn modelId="{13E5F2CA-2A0D-42D6-8F96-3ED6EF5B15E4}" type="presOf" srcId="{1772ECC3-B9C5-4CA1-92EE-F9BE06DF042C}" destId="{9298F3A5-A1F4-4FDE-B55A-601E45302B46}" srcOrd="0" destOrd="0" presId="urn:microsoft.com/office/officeart/2005/8/layout/process5"/>
    <dgm:cxn modelId="{2F70A0CC-6BD8-4E45-A4C3-59D3672DE7D9}" type="presOf" srcId="{661C089E-965E-4ACF-B06A-118AC1ACF360}" destId="{BC9FC0C2-820D-41C1-AC80-CACE191C220A}" srcOrd="0" destOrd="0" presId="urn:microsoft.com/office/officeart/2005/8/layout/process5"/>
    <dgm:cxn modelId="{0416B4D4-A03F-49AE-94D9-6FDBA588C1BB}" type="presOf" srcId="{09B6019F-A692-4995-93BC-D0BBD6067C9D}" destId="{A1EC6207-870C-49A3-AEE1-3195804A9A8E}" srcOrd="1" destOrd="0" presId="urn:microsoft.com/office/officeart/2005/8/layout/process5"/>
    <dgm:cxn modelId="{7B03D9D4-B550-4BC8-B866-B25A8517FD74}" type="presOf" srcId="{F8D5FD5F-10CC-4CA2-B92D-C01CD7AB13B4}" destId="{D4118FBF-0FE6-423F-A3F7-34EE72680DD9}" srcOrd="1" destOrd="0" presId="urn:microsoft.com/office/officeart/2005/8/layout/process5"/>
    <dgm:cxn modelId="{D9264BD8-A19C-4FB5-A386-33C3AD5170C3}" type="presOf" srcId="{D3E53AAB-93CE-4878-8F35-DC3E2EDDFA25}" destId="{86C6EF00-6126-4B24-9018-690E30664E54}" srcOrd="0" destOrd="0" presId="urn:microsoft.com/office/officeart/2005/8/layout/process5"/>
    <dgm:cxn modelId="{F12AD7DA-D71A-4476-91CB-CACB48FB030E}" type="presOf" srcId="{4D930616-40BA-432C-9982-ECD114B4746E}" destId="{48509343-E8AB-4F78-80C2-EA7887832552}" srcOrd="1" destOrd="0" presId="urn:microsoft.com/office/officeart/2005/8/layout/process5"/>
    <dgm:cxn modelId="{56A4A4E1-337C-4BD5-ADE7-E5654D7EA382}" srcId="{661C089E-965E-4ACF-B06A-118AC1ACF360}" destId="{406C8ADC-C1BB-4EDB-A527-5E502EEE9BEC}" srcOrd="5" destOrd="0" parTransId="{AF7BCA5B-B637-408D-8CD7-101C31310CFF}" sibTransId="{4E98C2AD-ACDB-4915-AD1C-E3BC22353C5F}"/>
    <dgm:cxn modelId="{205B19E8-5755-4C13-86F4-65EEE75DFD86}" type="presOf" srcId="{E3995D12-C529-4BB2-833C-558BB215924C}" destId="{4856608C-7EE8-4074-AF39-2A9C3A4C66AE}" srcOrd="0" destOrd="0" presId="urn:microsoft.com/office/officeart/2005/8/layout/process5"/>
    <dgm:cxn modelId="{478BBEF1-49D8-4225-B344-BCC9EE9CEFDE}" type="presOf" srcId="{406C8ADC-C1BB-4EDB-A527-5E502EEE9BEC}" destId="{E64C2E70-6E47-4124-BBB1-62CB6CCF1342}" srcOrd="0" destOrd="0" presId="urn:microsoft.com/office/officeart/2005/8/layout/process5"/>
    <dgm:cxn modelId="{6560ECFA-7041-4226-B699-F01C3BC40878}" type="presOf" srcId="{A7F4A2B4-6EF9-4BD6-909D-111018C144EF}" destId="{AAFEF90A-D811-45B5-9E7B-EADB070EAD68}" srcOrd="1" destOrd="0" presId="urn:microsoft.com/office/officeart/2005/8/layout/process5"/>
    <dgm:cxn modelId="{BAB89D83-201D-4114-8C36-24442E2F6699}" type="presParOf" srcId="{BC9FC0C2-820D-41C1-AC80-CACE191C220A}" destId="{08E1EF5C-811F-4E5D-87D6-1A036135BB2C}" srcOrd="0" destOrd="0" presId="urn:microsoft.com/office/officeart/2005/8/layout/process5"/>
    <dgm:cxn modelId="{55D23733-40D4-4DE7-AF56-D87AE335FC69}" type="presParOf" srcId="{BC9FC0C2-820D-41C1-AC80-CACE191C220A}" destId="{0EC89477-FAD3-4B6C-B75D-9F506C085F57}" srcOrd="1" destOrd="0" presId="urn:microsoft.com/office/officeart/2005/8/layout/process5"/>
    <dgm:cxn modelId="{623DD781-99C6-4B5E-A479-91163EB13E13}" type="presParOf" srcId="{0EC89477-FAD3-4B6C-B75D-9F506C085F57}" destId="{48509343-E8AB-4F78-80C2-EA7887832552}" srcOrd="0" destOrd="0" presId="urn:microsoft.com/office/officeart/2005/8/layout/process5"/>
    <dgm:cxn modelId="{2C82DCBB-33A5-48E5-B73D-71FD92157A57}" type="presParOf" srcId="{BC9FC0C2-820D-41C1-AC80-CACE191C220A}" destId="{913E1DD7-5B93-4835-BE93-C4460E4DE224}" srcOrd="2" destOrd="0" presId="urn:microsoft.com/office/officeart/2005/8/layout/process5"/>
    <dgm:cxn modelId="{67BAA3A6-50EE-4EB8-88E6-2A42A97DB794}" type="presParOf" srcId="{BC9FC0C2-820D-41C1-AC80-CACE191C220A}" destId="{128E173B-8CC8-49CD-8188-82AB20F33078}" srcOrd="3" destOrd="0" presId="urn:microsoft.com/office/officeart/2005/8/layout/process5"/>
    <dgm:cxn modelId="{46D063FD-7E94-4B04-A95E-198AAF64E441}" type="presParOf" srcId="{128E173B-8CC8-49CD-8188-82AB20F33078}" destId="{AF7A8A69-1937-435B-A5A9-B972D685FCBF}" srcOrd="0" destOrd="0" presId="urn:microsoft.com/office/officeart/2005/8/layout/process5"/>
    <dgm:cxn modelId="{1EAC3291-8451-4907-B56C-593CC0393F57}" type="presParOf" srcId="{BC9FC0C2-820D-41C1-AC80-CACE191C220A}" destId="{11EB6C58-3736-43BF-A4FC-057BE361D032}" srcOrd="4" destOrd="0" presId="urn:microsoft.com/office/officeart/2005/8/layout/process5"/>
    <dgm:cxn modelId="{41853D8C-98EF-4381-B9ED-CECBD47BCCCF}" type="presParOf" srcId="{BC9FC0C2-820D-41C1-AC80-CACE191C220A}" destId="{0866B8B5-1A9A-418C-97B0-83588253E343}" srcOrd="5" destOrd="0" presId="urn:microsoft.com/office/officeart/2005/8/layout/process5"/>
    <dgm:cxn modelId="{44E3E7EA-6131-42C9-AF90-D621DED02DBC}" type="presParOf" srcId="{0866B8B5-1A9A-418C-97B0-83588253E343}" destId="{AAFEF90A-D811-45B5-9E7B-EADB070EAD68}" srcOrd="0" destOrd="0" presId="urn:microsoft.com/office/officeart/2005/8/layout/process5"/>
    <dgm:cxn modelId="{1FC386A3-3F2D-4017-9A85-6CC1915BF6A4}" type="presParOf" srcId="{BC9FC0C2-820D-41C1-AC80-CACE191C220A}" destId="{A927C872-3695-4618-B101-309095FDD022}" srcOrd="6" destOrd="0" presId="urn:microsoft.com/office/officeart/2005/8/layout/process5"/>
    <dgm:cxn modelId="{11AAE66D-B847-4567-8865-5BEDA1E91FC3}" type="presParOf" srcId="{BC9FC0C2-820D-41C1-AC80-CACE191C220A}" destId="{721F5CB1-5D26-4DF3-8623-5FCE1A29D72F}" srcOrd="7" destOrd="0" presId="urn:microsoft.com/office/officeart/2005/8/layout/process5"/>
    <dgm:cxn modelId="{72721532-15B7-4EFD-855F-FF6F8C902D76}" type="presParOf" srcId="{721F5CB1-5D26-4DF3-8623-5FCE1A29D72F}" destId="{EA7DBF6A-8D9B-42B7-9FDE-DB363ACF7C28}" srcOrd="0" destOrd="0" presId="urn:microsoft.com/office/officeart/2005/8/layout/process5"/>
    <dgm:cxn modelId="{50912D5E-0319-4449-A1F6-0298A9C66C59}" type="presParOf" srcId="{BC9FC0C2-820D-41C1-AC80-CACE191C220A}" destId="{86C6EF00-6126-4B24-9018-690E30664E54}" srcOrd="8" destOrd="0" presId="urn:microsoft.com/office/officeart/2005/8/layout/process5"/>
    <dgm:cxn modelId="{96697A9D-A7AD-4EBC-BC20-B9F29E6BDB49}" type="presParOf" srcId="{BC9FC0C2-820D-41C1-AC80-CACE191C220A}" destId="{E140B0B8-1303-4784-8A64-42497BB3CA60}" srcOrd="9" destOrd="0" presId="urn:microsoft.com/office/officeart/2005/8/layout/process5"/>
    <dgm:cxn modelId="{6DAFEDF2-1FE4-41E5-B5F1-98A07FA61BC6}" type="presParOf" srcId="{E140B0B8-1303-4784-8A64-42497BB3CA60}" destId="{D4118FBF-0FE6-423F-A3F7-34EE72680DD9}" srcOrd="0" destOrd="0" presId="urn:microsoft.com/office/officeart/2005/8/layout/process5"/>
    <dgm:cxn modelId="{71F06288-586B-4052-B5AB-621E930CB2CC}" type="presParOf" srcId="{BC9FC0C2-820D-41C1-AC80-CACE191C220A}" destId="{E64C2E70-6E47-4124-BBB1-62CB6CCF1342}" srcOrd="10" destOrd="0" presId="urn:microsoft.com/office/officeart/2005/8/layout/process5"/>
    <dgm:cxn modelId="{8142E5C4-D417-4094-A49C-3500A87FD56B}" type="presParOf" srcId="{BC9FC0C2-820D-41C1-AC80-CACE191C220A}" destId="{B4A4D9E1-E75C-43CE-85F7-3A9EE968A023}" srcOrd="11" destOrd="0" presId="urn:microsoft.com/office/officeart/2005/8/layout/process5"/>
    <dgm:cxn modelId="{5677A05C-3ADC-48C8-8C55-13E756164595}" type="presParOf" srcId="{B4A4D9E1-E75C-43CE-85F7-3A9EE968A023}" destId="{D885F37D-32AA-4BBE-B6B6-5371E6BB96B5}" srcOrd="0" destOrd="0" presId="urn:microsoft.com/office/officeart/2005/8/layout/process5"/>
    <dgm:cxn modelId="{4E02F64A-635D-4117-8A19-804035898F64}" type="presParOf" srcId="{BC9FC0C2-820D-41C1-AC80-CACE191C220A}" destId="{162E2F09-8175-4991-A0F2-416A1C366014}" srcOrd="12" destOrd="0" presId="urn:microsoft.com/office/officeart/2005/8/layout/process5"/>
    <dgm:cxn modelId="{9F172C2B-1F5A-4E7F-8881-87D43EC4D5F9}" type="presParOf" srcId="{BC9FC0C2-820D-41C1-AC80-CACE191C220A}" destId="{18DAD26B-35AC-4E54-B85F-CD811789D038}" srcOrd="13" destOrd="0" presId="urn:microsoft.com/office/officeart/2005/8/layout/process5"/>
    <dgm:cxn modelId="{F1A78A25-B440-40F4-9B47-42CB0E260B85}" type="presParOf" srcId="{18DAD26B-35AC-4E54-B85F-CD811789D038}" destId="{A1EC6207-870C-49A3-AEE1-3195804A9A8E}" srcOrd="0" destOrd="0" presId="urn:microsoft.com/office/officeart/2005/8/layout/process5"/>
    <dgm:cxn modelId="{11A67201-D73F-4904-B182-4F559B3ACCCE}" type="presParOf" srcId="{BC9FC0C2-820D-41C1-AC80-CACE191C220A}" destId="{D6ABD053-D788-4EA6-8805-C8855BBC177C}" srcOrd="14" destOrd="0" presId="urn:microsoft.com/office/officeart/2005/8/layout/process5"/>
    <dgm:cxn modelId="{72E321AD-B54E-4103-A6FC-C650D7408791}" type="presParOf" srcId="{BC9FC0C2-820D-41C1-AC80-CACE191C220A}" destId="{4856608C-7EE8-4074-AF39-2A9C3A4C66AE}" srcOrd="15" destOrd="0" presId="urn:microsoft.com/office/officeart/2005/8/layout/process5"/>
    <dgm:cxn modelId="{149734F2-31D3-4F25-A24D-A015815CFB19}" type="presParOf" srcId="{4856608C-7EE8-4074-AF39-2A9C3A4C66AE}" destId="{84D15929-DDFD-450D-861F-061F66683A83}" srcOrd="0" destOrd="0" presId="urn:microsoft.com/office/officeart/2005/8/layout/process5"/>
    <dgm:cxn modelId="{A5C7C912-2E19-43D3-B480-4FE22358B339}" type="presParOf" srcId="{BC9FC0C2-820D-41C1-AC80-CACE191C220A}" destId="{375D8EBD-7D02-4B25-A5E8-FDAE70A6F59C}" srcOrd="16" destOrd="0" presId="urn:microsoft.com/office/officeart/2005/8/layout/process5"/>
    <dgm:cxn modelId="{0EE61F66-BCC5-486A-B113-5FED77881038}" type="presParOf" srcId="{BC9FC0C2-820D-41C1-AC80-CACE191C220A}" destId="{9298F3A5-A1F4-4FDE-B55A-601E45302B46}" srcOrd="17" destOrd="0" presId="urn:microsoft.com/office/officeart/2005/8/layout/process5"/>
    <dgm:cxn modelId="{F40493DC-98CB-4CBD-8A93-B05AC5432839}" type="presParOf" srcId="{9298F3A5-A1F4-4FDE-B55A-601E45302B46}" destId="{DE7D03BA-1E3B-424C-9008-E76F1208FB88}" srcOrd="0" destOrd="0" presId="urn:microsoft.com/office/officeart/2005/8/layout/process5"/>
    <dgm:cxn modelId="{46F12007-977B-4ADD-B5CA-05C737223AC3}" type="presParOf" srcId="{BC9FC0C2-820D-41C1-AC80-CACE191C220A}" destId="{6DE32426-9A70-422C-A93A-77A3376D5944}" srcOrd="1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0589E9-A884-4844-9523-BF37E6403CEF}"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C1017095-FEFB-40E0-B4CE-03D18AA34047}">
      <dgm:prSet custT="1"/>
      <dgm:spPr/>
      <dgm:t>
        <a:bodyPr/>
        <a:lstStyle/>
        <a:p>
          <a:r>
            <a:rPr lang="en-US" sz="1200" dirty="0"/>
            <a:t>Personal safety alarms</a:t>
          </a:r>
        </a:p>
      </dgm:t>
    </dgm:pt>
    <dgm:pt modelId="{17B38DEF-FB5D-45CD-86E5-07E60954BA79}" type="parTrans" cxnId="{D23B6648-BF8E-4800-ADCB-13672FD68097}">
      <dgm:prSet/>
      <dgm:spPr/>
      <dgm:t>
        <a:bodyPr/>
        <a:lstStyle/>
        <a:p>
          <a:endParaRPr lang="en-US"/>
        </a:p>
      </dgm:t>
    </dgm:pt>
    <dgm:pt modelId="{9E72FC17-8F8C-4624-8DF4-283A6823EB97}" type="sibTrans" cxnId="{D23B6648-BF8E-4800-ADCB-13672FD68097}">
      <dgm:prSet/>
      <dgm:spPr/>
      <dgm:t>
        <a:bodyPr/>
        <a:lstStyle/>
        <a:p>
          <a:endParaRPr lang="en-US"/>
        </a:p>
      </dgm:t>
    </dgm:pt>
    <dgm:pt modelId="{6EC7785B-54C9-46FE-BD1A-1F8A4389B2F8}">
      <dgm:prSet/>
      <dgm:spPr/>
      <dgm:t>
        <a:bodyPr/>
        <a:lstStyle/>
        <a:p>
          <a:r>
            <a:rPr lang="en-US" dirty="0"/>
            <a:t>Public emergency systems</a:t>
          </a:r>
        </a:p>
      </dgm:t>
    </dgm:pt>
    <dgm:pt modelId="{B9D74B7D-8513-4798-9AD7-197BC9B92BD0}" type="parTrans" cxnId="{24FCC81D-99BE-48D4-B5E1-E3AF7BA9B9AF}">
      <dgm:prSet/>
      <dgm:spPr/>
      <dgm:t>
        <a:bodyPr/>
        <a:lstStyle/>
        <a:p>
          <a:endParaRPr lang="en-US"/>
        </a:p>
      </dgm:t>
    </dgm:pt>
    <dgm:pt modelId="{35428255-3248-489F-995D-34499574B9CC}" type="sibTrans" cxnId="{24FCC81D-99BE-48D4-B5E1-E3AF7BA9B9AF}">
      <dgm:prSet/>
      <dgm:spPr/>
      <dgm:t>
        <a:bodyPr/>
        <a:lstStyle/>
        <a:p>
          <a:endParaRPr lang="en-US"/>
        </a:p>
      </dgm:t>
    </dgm:pt>
    <dgm:pt modelId="{1D7A0C27-E2FE-4B2D-A7B0-D3711FA5C59D}">
      <dgm:prSet/>
      <dgm:spPr/>
      <dgm:t>
        <a:bodyPr/>
        <a:lstStyle/>
        <a:p>
          <a:r>
            <a:rPr lang="en-US" dirty="0"/>
            <a:t>Bank or shop security alerts</a:t>
          </a:r>
        </a:p>
      </dgm:t>
    </dgm:pt>
    <dgm:pt modelId="{DF93F450-45B5-4BC1-81CE-B36517E7647C}" type="parTrans" cxnId="{13F4E4E8-DC5A-4CB4-99CD-5C67C442EC21}">
      <dgm:prSet/>
      <dgm:spPr/>
      <dgm:t>
        <a:bodyPr/>
        <a:lstStyle/>
        <a:p>
          <a:endParaRPr lang="en-US"/>
        </a:p>
      </dgm:t>
    </dgm:pt>
    <dgm:pt modelId="{FCAB5EB0-693B-4BEE-8758-316D7F52BD2A}" type="sibTrans" cxnId="{13F4E4E8-DC5A-4CB4-99CD-5C67C442EC21}">
      <dgm:prSet/>
      <dgm:spPr/>
      <dgm:t>
        <a:bodyPr/>
        <a:lstStyle/>
        <a:p>
          <a:endParaRPr lang="en-US"/>
        </a:p>
      </dgm:t>
    </dgm:pt>
    <dgm:pt modelId="{608B850E-FBDF-44D1-8E0E-A03DF024BD98}">
      <dgm:prSet/>
      <dgm:spPr/>
      <dgm:t>
        <a:bodyPr/>
        <a:lstStyle/>
        <a:p>
          <a:r>
            <a:rPr lang="en-US" dirty="0"/>
            <a:t>Used in homes for emergency alerts. </a:t>
          </a:r>
        </a:p>
      </dgm:t>
    </dgm:pt>
    <dgm:pt modelId="{BF22ECEA-851B-4ADF-A691-DCBA284431D8}" type="parTrans" cxnId="{DBFAECBA-C17D-4A25-8880-356E9386543F}">
      <dgm:prSet/>
      <dgm:spPr/>
      <dgm:t>
        <a:bodyPr/>
        <a:lstStyle/>
        <a:p>
          <a:endParaRPr lang="en-US"/>
        </a:p>
      </dgm:t>
    </dgm:pt>
    <dgm:pt modelId="{CB5215F9-8760-40B6-8A31-58F588BA0BA1}" type="sibTrans" cxnId="{DBFAECBA-C17D-4A25-8880-356E9386543F}">
      <dgm:prSet/>
      <dgm:spPr/>
      <dgm:t>
        <a:bodyPr/>
        <a:lstStyle/>
        <a:p>
          <a:endParaRPr lang="en-US"/>
        </a:p>
      </dgm:t>
    </dgm:pt>
    <dgm:pt modelId="{3007C466-9E9B-47E0-9FD2-6F5E81CF5D9B}">
      <dgm:prSet/>
      <dgm:spPr/>
      <dgm:t>
        <a:bodyPr/>
        <a:lstStyle/>
        <a:p>
          <a:r>
            <a:rPr lang="en-US" dirty="0"/>
            <a:t>Useful in elderly care to request quick help.</a:t>
          </a:r>
        </a:p>
      </dgm:t>
    </dgm:pt>
    <dgm:pt modelId="{FA7726BC-F258-47CE-8742-04AC012EE16C}" type="parTrans" cxnId="{DD6E2D2E-15FB-48B6-9555-19A862089F01}">
      <dgm:prSet/>
      <dgm:spPr/>
      <dgm:t>
        <a:bodyPr/>
        <a:lstStyle/>
        <a:p>
          <a:endParaRPr lang="en-US"/>
        </a:p>
      </dgm:t>
    </dgm:pt>
    <dgm:pt modelId="{8BB70771-5DE9-42DE-9A39-552B60026331}" type="sibTrans" cxnId="{DD6E2D2E-15FB-48B6-9555-19A862089F01}">
      <dgm:prSet/>
      <dgm:spPr/>
      <dgm:t>
        <a:bodyPr/>
        <a:lstStyle/>
        <a:p>
          <a:endParaRPr lang="en-US"/>
        </a:p>
      </dgm:t>
    </dgm:pt>
    <dgm:pt modelId="{E59A27FF-0048-42D2-AD65-A60B5ECF2268}">
      <dgm:prSet custT="1"/>
      <dgm:spPr/>
      <dgm:t>
        <a:bodyPr/>
        <a:lstStyle/>
        <a:p>
          <a:r>
            <a:rPr lang="en-US" sz="1100" dirty="0"/>
            <a:t>Helpful in schools or hospitals for instant emergency notification.</a:t>
          </a:r>
        </a:p>
      </dgm:t>
    </dgm:pt>
    <dgm:pt modelId="{B24CCE3B-8EF6-4743-B63E-8933A0A9C0FC}" type="parTrans" cxnId="{D8EA7D37-352B-4022-B3AE-4A054EC29136}">
      <dgm:prSet/>
      <dgm:spPr/>
      <dgm:t>
        <a:bodyPr/>
        <a:lstStyle/>
        <a:p>
          <a:endParaRPr lang="en-US"/>
        </a:p>
      </dgm:t>
    </dgm:pt>
    <dgm:pt modelId="{04950D87-4762-41F2-AB42-DFC64A323B45}" type="sibTrans" cxnId="{D8EA7D37-352B-4022-B3AE-4A054EC29136}">
      <dgm:prSet/>
      <dgm:spPr/>
      <dgm:t>
        <a:bodyPr/>
        <a:lstStyle/>
        <a:p>
          <a:endParaRPr lang="en-US"/>
        </a:p>
      </dgm:t>
    </dgm:pt>
    <dgm:pt modelId="{0D22C69F-7F53-48F9-A8A9-EDFAA69AD8AE}">
      <dgm:prSet custT="1"/>
      <dgm:spPr/>
      <dgm:t>
        <a:bodyPr/>
        <a:lstStyle/>
        <a:p>
          <a:r>
            <a:rPr lang="en-US" sz="1200" dirty="0"/>
            <a:t>Can be placed at security desks or entrances to raise alerts quickly</a:t>
          </a:r>
        </a:p>
      </dgm:t>
    </dgm:pt>
    <dgm:pt modelId="{E67F2354-B80E-4AB2-B0CA-1E73BE1C77C6}" type="parTrans" cxnId="{A0A1CBCB-5A6B-407F-983A-B2AC706F5933}">
      <dgm:prSet/>
      <dgm:spPr/>
      <dgm:t>
        <a:bodyPr/>
        <a:lstStyle/>
        <a:p>
          <a:endParaRPr lang="en-US"/>
        </a:p>
      </dgm:t>
    </dgm:pt>
    <dgm:pt modelId="{D9AF6BDF-B143-4746-BFF9-633473F397E7}" type="sibTrans" cxnId="{A0A1CBCB-5A6B-407F-983A-B2AC706F5933}">
      <dgm:prSet/>
      <dgm:spPr/>
      <dgm:t>
        <a:bodyPr/>
        <a:lstStyle/>
        <a:p>
          <a:endParaRPr lang="en-US"/>
        </a:p>
      </dgm:t>
    </dgm:pt>
    <dgm:pt modelId="{51F1E00B-AAA5-4BE5-9779-4ACFA1F1ED15}" type="pres">
      <dgm:prSet presAssocID="{790589E9-A884-4844-9523-BF37E6403CEF}" presName="cycle" presStyleCnt="0">
        <dgm:presLayoutVars>
          <dgm:dir/>
          <dgm:resizeHandles val="exact"/>
        </dgm:presLayoutVars>
      </dgm:prSet>
      <dgm:spPr/>
    </dgm:pt>
    <dgm:pt modelId="{06714DBA-13C3-4423-940D-DF8B64815E76}" type="pres">
      <dgm:prSet presAssocID="{C1017095-FEFB-40E0-B4CE-03D18AA34047}" presName="dummy" presStyleCnt="0"/>
      <dgm:spPr/>
    </dgm:pt>
    <dgm:pt modelId="{BE204065-BF55-4D04-B595-6E1DA9516B41}" type="pres">
      <dgm:prSet presAssocID="{C1017095-FEFB-40E0-B4CE-03D18AA34047}" presName="node" presStyleLbl="revTx" presStyleIdx="0" presStyleCnt="7">
        <dgm:presLayoutVars>
          <dgm:bulletEnabled val="1"/>
        </dgm:presLayoutVars>
      </dgm:prSet>
      <dgm:spPr/>
    </dgm:pt>
    <dgm:pt modelId="{3B736D97-0DD1-4042-8871-13F78AC44B08}" type="pres">
      <dgm:prSet presAssocID="{9E72FC17-8F8C-4624-8DF4-283A6823EB97}" presName="sibTrans" presStyleLbl="node1" presStyleIdx="0" presStyleCnt="7"/>
      <dgm:spPr/>
    </dgm:pt>
    <dgm:pt modelId="{3A07D3AE-40FA-4D7B-8664-1591C7881D4D}" type="pres">
      <dgm:prSet presAssocID="{6EC7785B-54C9-46FE-BD1A-1F8A4389B2F8}" presName="dummy" presStyleCnt="0"/>
      <dgm:spPr/>
    </dgm:pt>
    <dgm:pt modelId="{C3BE0A21-F4A2-436F-9B0A-CBDFB7651A57}" type="pres">
      <dgm:prSet presAssocID="{6EC7785B-54C9-46FE-BD1A-1F8A4389B2F8}" presName="node" presStyleLbl="revTx" presStyleIdx="1" presStyleCnt="7">
        <dgm:presLayoutVars>
          <dgm:bulletEnabled val="1"/>
        </dgm:presLayoutVars>
      </dgm:prSet>
      <dgm:spPr/>
    </dgm:pt>
    <dgm:pt modelId="{C1C18802-F66F-4E47-9230-D0D919EF285F}" type="pres">
      <dgm:prSet presAssocID="{35428255-3248-489F-995D-34499574B9CC}" presName="sibTrans" presStyleLbl="node1" presStyleIdx="1" presStyleCnt="7"/>
      <dgm:spPr/>
    </dgm:pt>
    <dgm:pt modelId="{5827C050-6DDA-42CD-BAFD-344E073B78A3}" type="pres">
      <dgm:prSet presAssocID="{1D7A0C27-E2FE-4B2D-A7B0-D3711FA5C59D}" presName="dummy" presStyleCnt="0"/>
      <dgm:spPr/>
    </dgm:pt>
    <dgm:pt modelId="{087F9978-972E-475F-B542-B95FD72364BA}" type="pres">
      <dgm:prSet presAssocID="{1D7A0C27-E2FE-4B2D-A7B0-D3711FA5C59D}" presName="node" presStyleLbl="revTx" presStyleIdx="2" presStyleCnt="7">
        <dgm:presLayoutVars>
          <dgm:bulletEnabled val="1"/>
        </dgm:presLayoutVars>
      </dgm:prSet>
      <dgm:spPr/>
    </dgm:pt>
    <dgm:pt modelId="{CB22AD07-64D1-4601-8514-9F23630A222D}" type="pres">
      <dgm:prSet presAssocID="{FCAB5EB0-693B-4BEE-8758-316D7F52BD2A}" presName="sibTrans" presStyleLbl="node1" presStyleIdx="2" presStyleCnt="7"/>
      <dgm:spPr/>
    </dgm:pt>
    <dgm:pt modelId="{D05476EA-E5BC-4F53-83FF-E73B923C2415}" type="pres">
      <dgm:prSet presAssocID="{608B850E-FBDF-44D1-8E0E-A03DF024BD98}" presName="dummy" presStyleCnt="0"/>
      <dgm:spPr/>
    </dgm:pt>
    <dgm:pt modelId="{95B1FF2E-8A61-4B73-914A-9FA8CC228743}" type="pres">
      <dgm:prSet presAssocID="{608B850E-FBDF-44D1-8E0E-A03DF024BD98}" presName="node" presStyleLbl="revTx" presStyleIdx="3" presStyleCnt="7">
        <dgm:presLayoutVars>
          <dgm:bulletEnabled val="1"/>
        </dgm:presLayoutVars>
      </dgm:prSet>
      <dgm:spPr/>
    </dgm:pt>
    <dgm:pt modelId="{174C9B35-59B8-4EB5-AFB2-C9EA50F00EA7}" type="pres">
      <dgm:prSet presAssocID="{CB5215F9-8760-40B6-8A31-58F588BA0BA1}" presName="sibTrans" presStyleLbl="node1" presStyleIdx="3" presStyleCnt="7"/>
      <dgm:spPr/>
    </dgm:pt>
    <dgm:pt modelId="{58A653B1-4048-4A62-BD9F-8BF4468EE846}" type="pres">
      <dgm:prSet presAssocID="{3007C466-9E9B-47E0-9FD2-6F5E81CF5D9B}" presName="dummy" presStyleCnt="0"/>
      <dgm:spPr/>
    </dgm:pt>
    <dgm:pt modelId="{05ECD257-7A73-48AF-958A-910F0CA73CB3}" type="pres">
      <dgm:prSet presAssocID="{3007C466-9E9B-47E0-9FD2-6F5E81CF5D9B}" presName="node" presStyleLbl="revTx" presStyleIdx="4" presStyleCnt="7">
        <dgm:presLayoutVars>
          <dgm:bulletEnabled val="1"/>
        </dgm:presLayoutVars>
      </dgm:prSet>
      <dgm:spPr/>
    </dgm:pt>
    <dgm:pt modelId="{231DD8BF-1EC6-4CD4-9E99-842BA0DD9113}" type="pres">
      <dgm:prSet presAssocID="{8BB70771-5DE9-42DE-9A39-552B60026331}" presName="sibTrans" presStyleLbl="node1" presStyleIdx="4" presStyleCnt="7"/>
      <dgm:spPr/>
    </dgm:pt>
    <dgm:pt modelId="{9CA49F82-907F-43F2-9DA9-258115474E82}" type="pres">
      <dgm:prSet presAssocID="{E59A27FF-0048-42D2-AD65-A60B5ECF2268}" presName="dummy" presStyleCnt="0"/>
      <dgm:spPr/>
    </dgm:pt>
    <dgm:pt modelId="{B4B51F8A-5D5B-4750-A464-4AC7B99160F5}" type="pres">
      <dgm:prSet presAssocID="{E59A27FF-0048-42D2-AD65-A60B5ECF2268}" presName="node" presStyleLbl="revTx" presStyleIdx="5" presStyleCnt="7" custScaleY="91518">
        <dgm:presLayoutVars>
          <dgm:bulletEnabled val="1"/>
        </dgm:presLayoutVars>
      </dgm:prSet>
      <dgm:spPr/>
    </dgm:pt>
    <dgm:pt modelId="{7A3FA554-04FE-4ABB-9FC2-951E289ADEF3}" type="pres">
      <dgm:prSet presAssocID="{04950D87-4762-41F2-AB42-DFC64A323B45}" presName="sibTrans" presStyleLbl="node1" presStyleIdx="5" presStyleCnt="7" custScaleX="117594"/>
      <dgm:spPr/>
    </dgm:pt>
    <dgm:pt modelId="{7A6F05A4-5081-456E-B2F7-98973AB96334}" type="pres">
      <dgm:prSet presAssocID="{0D22C69F-7F53-48F9-A8A9-EDFAA69AD8AE}" presName="dummy" presStyleCnt="0"/>
      <dgm:spPr/>
    </dgm:pt>
    <dgm:pt modelId="{DEC9D0EB-B322-4F4D-9F8C-88808C965F96}" type="pres">
      <dgm:prSet presAssocID="{0D22C69F-7F53-48F9-A8A9-EDFAA69AD8AE}" presName="node" presStyleLbl="revTx" presStyleIdx="6" presStyleCnt="7">
        <dgm:presLayoutVars>
          <dgm:bulletEnabled val="1"/>
        </dgm:presLayoutVars>
      </dgm:prSet>
      <dgm:spPr/>
    </dgm:pt>
    <dgm:pt modelId="{4436372A-E7D7-461C-937F-6A8819B51AA4}" type="pres">
      <dgm:prSet presAssocID="{D9AF6BDF-B143-4746-BFF9-633473F397E7}" presName="sibTrans" presStyleLbl="node1" presStyleIdx="6" presStyleCnt="7"/>
      <dgm:spPr/>
    </dgm:pt>
  </dgm:ptLst>
  <dgm:cxnLst>
    <dgm:cxn modelId="{4F0A8902-CA4C-4866-840D-53547817C8B3}" type="presOf" srcId="{6EC7785B-54C9-46FE-BD1A-1F8A4389B2F8}" destId="{C3BE0A21-F4A2-436F-9B0A-CBDFB7651A57}" srcOrd="0" destOrd="0" presId="urn:microsoft.com/office/officeart/2005/8/layout/cycle1"/>
    <dgm:cxn modelId="{24FCC81D-99BE-48D4-B5E1-E3AF7BA9B9AF}" srcId="{790589E9-A884-4844-9523-BF37E6403CEF}" destId="{6EC7785B-54C9-46FE-BD1A-1F8A4389B2F8}" srcOrd="1" destOrd="0" parTransId="{B9D74B7D-8513-4798-9AD7-197BC9B92BD0}" sibTransId="{35428255-3248-489F-995D-34499574B9CC}"/>
    <dgm:cxn modelId="{DD6E2D2E-15FB-48B6-9555-19A862089F01}" srcId="{790589E9-A884-4844-9523-BF37E6403CEF}" destId="{3007C466-9E9B-47E0-9FD2-6F5E81CF5D9B}" srcOrd="4" destOrd="0" parTransId="{FA7726BC-F258-47CE-8742-04AC012EE16C}" sibTransId="{8BB70771-5DE9-42DE-9A39-552B60026331}"/>
    <dgm:cxn modelId="{D8EA7D37-352B-4022-B3AE-4A054EC29136}" srcId="{790589E9-A884-4844-9523-BF37E6403CEF}" destId="{E59A27FF-0048-42D2-AD65-A60B5ECF2268}" srcOrd="5" destOrd="0" parTransId="{B24CCE3B-8EF6-4743-B63E-8933A0A9C0FC}" sibTransId="{04950D87-4762-41F2-AB42-DFC64A323B45}"/>
    <dgm:cxn modelId="{3056543A-08F7-4471-A71A-B2F9176FA6DD}" type="presOf" srcId="{C1017095-FEFB-40E0-B4CE-03D18AA34047}" destId="{BE204065-BF55-4D04-B595-6E1DA9516B41}" srcOrd="0" destOrd="0" presId="urn:microsoft.com/office/officeart/2005/8/layout/cycle1"/>
    <dgm:cxn modelId="{1E562E42-7B35-466E-8E3A-4A17AA8BFBC2}" type="presOf" srcId="{D9AF6BDF-B143-4746-BFF9-633473F397E7}" destId="{4436372A-E7D7-461C-937F-6A8819B51AA4}" srcOrd="0" destOrd="0" presId="urn:microsoft.com/office/officeart/2005/8/layout/cycle1"/>
    <dgm:cxn modelId="{3F6B0465-E9D9-4232-A9DF-7C035C382CF8}" type="presOf" srcId="{1D7A0C27-E2FE-4B2D-A7B0-D3711FA5C59D}" destId="{087F9978-972E-475F-B542-B95FD72364BA}" srcOrd="0" destOrd="0" presId="urn:microsoft.com/office/officeart/2005/8/layout/cycle1"/>
    <dgm:cxn modelId="{3F6A4765-DDA0-43E5-9F47-626BCAFEB82B}" type="presOf" srcId="{3007C466-9E9B-47E0-9FD2-6F5E81CF5D9B}" destId="{05ECD257-7A73-48AF-958A-910F0CA73CB3}" srcOrd="0" destOrd="0" presId="urn:microsoft.com/office/officeart/2005/8/layout/cycle1"/>
    <dgm:cxn modelId="{D23B6648-BF8E-4800-ADCB-13672FD68097}" srcId="{790589E9-A884-4844-9523-BF37E6403CEF}" destId="{C1017095-FEFB-40E0-B4CE-03D18AA34047}" srcOrd="0" destOrd="0" parTransId="{17B38DEF-FB5D-45CD-86E5-07E60954BA79}" sibTransId="{9E72FC17-8F8C-4624-8DF4-283A6823EB97}"/>
    <dgm:cxn modelId="{99FD8F4E-0BF4-4B02-BC76-0EA24B530F6E}" type="presOf" srcId="{E59A27FF-0048-42D2-AD65-A60B5ECF2268}" destId="{B4B51F8A-5D5B-4750-A464-4AC7B99160F5}" srcOrd="0" destOrd="0" presId="urn:microsoft.com/office/officeart/2005/8/layout/cycle1"/>
    <dgm:cxn modelId="{CFA8807E-EF53-4E87-BFEE-776934B5A776}" type="presOf" srcId="{04950D87-4762-41F2-AB42-DFC64A323B45}" destId="{7A3FA554-04FE-4ABB-9FC2-951E289ADEF3}" srcOrd="0" destOrd="0" presId="urn:microsoft.com/office/officeart/2005/8/layout/cycle1"/>
    <dgm:cxn modelId="{3DC5E28B-2B2F-49B6-997F-613C0E3C00EB}" type="presOf" srcId="{8BB70771-5DE9-42DE-9A39-552B60026331}" destId="{231DD8BF-1EC6-4CD4-9E99-842BA0DD9113}" srcOrd="0" destOrd="0" presId="urn:microsoft.com/office/officeart/2005/8/layout/cycle1"/>
    <dgm:cxn modelId="{19F61FA9-50C7-4C67-B486-B688485529D2}" type="presOf" srcId="{790589E9-A884-4844-9523-BF37E6403CEF}" destId="{51F1E00B-AAA5-4BE5-9779-4ACFA1F1ED15}" srcOrd="0" destOrd="0" presId="urn:microsoft.com/office/officeart/2005/8/layout/cycle1"/>
    <dgm:cxn modelId="{C91031BA-6B91-4AB1-9457-0DBFF6932D0C}" type="presOf" srcId="{CB5215F9-8760-40B6-8A31-58F588BA0BA1}" destId="{174C9B35-59B8-4EB5-AFB2-C9EA50F00EA7}" srcOrd="0" destOrd="0" presId="urn:microsoft.com/office/officeart/2005/8/layout/cycle1"/>
    <dgm:cxn modelId="{DBFAECBA-C17D-4A25-8880-356E9386543F}" srcId="{790589E9-A884-4844-9523-BF37E6403CEF}" destId="{608B850E-FBDF-44D1-8E0E-A03DF024BD98}" srcOrd="3" destOrd="0" parTransId="{BF22ECEA-851B-4ADF-A691-DCBA284431D8}" sibTransId="{CB5215F9-8760-40B6-8A31-58F588BA0BA1}"/>
    <dgm:cxn modelId="{763813CB-ED5E-403B-A2EB-A3950BBC7A36}" type="presOf" srcId="{9E72FC17-8F8C-4624-8DF4-283A6823EB97}" destId="{3B736D97-0DD1-4042-8871-13F78AC44B08}" srcOrd="0" destOrd="0" presId="urn:microsoft.com/office/officeart/2005/8/layout/cycle1"/>
    <dgm:cxn modelId="{A0A1CBCB-5A6B-407F-983A-B2AC706F5933}" srcId="{790589E9-A884-4844-9523-BF37E6403CEF}" destId="{0D22C69F-7F53-48F9-A8A9-EDFAA69AD8AE}" srcOrd="6" destOrd="0" parTransId="{E67F2354-B80E-4AB2-B0CA-1E73BE1C77C6}" sibTransId="{D9AF6BDF-B143-4746-BFF9-633473F397E7}"/>
    <dgm:cxn modelId="{87D627E3-92A0-4A3E-876F-AA8053C0DEF3}" type="presOf" srcId="{0D22C69F-7F53-48F9-A8A9-EDFAA69AD8AE}" destId="{DEC9D0EB-B322-4F4D-9F8C-88808C965F96}" srcOrd="0" destOrd="0" presId="urn:microsoft.com/office/officeart/2005/8/layout/cycle1"/>
    <dgm:cxn modelId="{7A097FE3-35E3-4FDD-94A7-B10290E28CE1}" type="presOf" srcId="{35428255-3248-489F-995D-34499574B9CC}" destId="{C1C18802-F66F-4E47-9230-D0D919EF285F}" srcOrd="0" destOrd="0" presId="urn:microsoft.com/office/officeart/2005/8/layout/cycle1"/>
    <dgm:cxn modelId="{13F4E4E8-DC5A-4CB4-99CD-5C67C442EC21}" srcId="{790589E9-A884-4844-9523-BF37E6403CEF}" destId="{1D7A0C27-E2FE-4B2D-A7B0-D3711FA5C59D}" srcOrd="2" destOrd="0" parTransId="{DF93F450-45B5-4BC1-81CE-B36517E7647C}" sibTransId="{FCAB5EB0-693B-4BEE-8758-316D7F52BD2A}"/>
    <dgm:cxn modelId="{D0EF39E9-2F5A-408D-AE73-B76D51614BA0}" type="presOf" srcId="{608B850E-FBDF-44D1-8E0E-A03DF024BD98}" destId="{95B1FF2E-8A61-4B73-914A-9FA8CC228743}" srcOrd="0" destOrd="0" presId="urn:microsoft.com/office/officeart/2005/8/layout/cycle1"/>
    <dgm:cxn modelId="{705709FC-F634-439D-9B3E-B30423D24512}" type="presOf" srcId="{FCAB5EB0-693B-4BEE-8758-316D7F52BD2A}" destId="{CB22AD07-64D1-4601-8514-9F23630A222D}" srcOrd="0" destOrd="0" presId="urn:microsoft.com/office/officeart/2005/8/layout/cycle1"/>
    <dgm:cxn modelId="{DD65BEC4-D8C0-4490-9EDF-86B4BB0AE9DB}" type="presParOf" srcId="{51F1E00B-AAA5-4BE5-9779-4ACFA1F1ED15}" destId="{06714DBA-13C3-4423-940D-DF8B64815E76}" srcOrd="0" destOrd="0" presId="urn:microsoft.com/office/officeart/2005/8/layout/cycle1"/>
    <dgm:cxn modelId="{BED0EC9F-F33C-4DF5-A34C-1605522F390E}" type="presParOf" srcId="{51F1E00B-AAA5-4BE5-9779-4ACFA1F1ED15}" destId="{BE204065-BF55-4D04-B595-6E1DA9516B41}" srcOrd="1" destOrd="0" presId="urn:microsoft.com/office/officeart/2005/8/layout/cycle1"/>
    <dgm:cxn modelId="{C835CA5D-0E89-4DFB-BCCD-B69C36F9900C}" type="presParOf" srcId="{51F1E00B-AAA5-4BE5-9779-4ACFA1F1ED15}" destId="{3B736D97-0DD1-4042-8871-13F78AC44B08}" srcOrd="2" destOrd="0" presId="urn:microsoft.com/office/officeart/2005/8/layout/cycle1"/>
    <dgm:cxn modelId="{CDFA6E01-5E6D-4275-B2E8-37DB241D3E73}" type="presParOf" srcId="{51F1E00B-AAA5-4BE5-9779-4ACFA1F1ED15}" destId="{3A07D3AE-40FA-4D7B-8664-1591C7881D4D}" srcOrd="3" destOrd="0" presId="urn:microsoft.com/office/officeart/2005/8/layout/cycle1"/>
    <dgm:cxn modelId="{E7A42653-BED1-4794-9EEE-85138713E5D1}" type="presParOf" srcId="{51F1E00B-AAA5-4BE5-9779-4ACFA1F1ED15}" destId="{C3BE0A21-F4A2-436F-9B0A-CBDFB7651A57}" srcOrd="4" destOrd="0" presId="urn:microsoft.com/office/officeart/2005/8/layout/cycle1"/>
    <dgm:cxn modelId="{F3D0A794-4748-45E4-BA42-A5D7DCC8BF9F}" type="presParOf" srcId="{51F1E00B-AAA5-4BE5-9779-4ACFA1F1ED15}" destId="{C1C18802-F66F-4E47-9230-D0D919EF285F}" srcOrd="5" destOrd="0" presId="urn:microsoft.com/office/officeart/2005/8/layout/cycle1"/>
    <dgm:cxn modelId="{73E6BDDD-2C47-4EAE-BFF5-50C01879A4F2}" type="presParOf" srcId="{51F1E00B-AAA5-4BE5-9779-4ACFA1F1ED15}" destId="{5827C050-6DDA-42CD-BAFD-344E073B78A3}" srcOrd="6" destOrd="0" presId="urn:microsoft.com/office/officeart/2005/8/layout/cycle1"/>
    <dgm:cxn modelId="{4C777B3F-347B-4577-8F07-7D21C01224D4}" type="presParOf" srcId="{51F1E00B-AAA5-4BE5-9779-4ACFA1F1ED15}" destId="{087F9978-972E-475F-B542-B95FD72364BA}" srcOrd="7" destOrd="0" presId="urn:microsoft.com/office/officeart/2005/8/layout/cycle1"/>
    <dgm:cxn modelId="{69CEDA9D-EB6F-465A-80ED-567F4D6B84EF}" type="presParOf" srcId="{51F1E00B-AAA5-4BE5-9779-4ACFA1F1ED15}" destId="{CB22AD07-64D1-4601-8514-9F23630A222D}" srcOrd="8" destOrd="0" presId="urn:microsoft.com/office/officeart/2005/8/layout/cycle1"/>
    <dgm:cxn modelId="{E154A720-03B6-4E90-8595-AA4C755203E4}" type="presParOf" srcId="{51F1E00B-AAA5-4BE5-9779-4ACFA1F1ED15}" destId="{D05476EA-E5BC-4F53-83FF-E73B923C2415}" srcOrd="9" destOrd="0" presId="urn:microsoft.com/office/officeart/2005/8/layout/cycle1"/>
    <dgm:cxn modelId="{6437E5D0-43F0-46B6-A515-5088C263C32C}" type="presParOf" srcId="{51F1E00B-AAA5-4BE5-9779-4ACFA1F1ED15}" destId="{95B1FF2E-8A61-4B73-914A-9FA8CC228743}" srcOrd="10" destOrd="0" presId="urn:microsoft.com/office/officeart/2005/8/layout/cycle1"/>
    <dgm:cxn modelId="{57E0F11F-9DBD-43F2-97F3-844CB7B63794}" type="presParOf" srcId="{51F1E00B-AAA5-4BE5-9779-4ACFA1F1ED15}" destId="{174C9B35-59B8-4EB5-AFB2-C9EA50F00EA7}" srcOrd="11" destOrd="0" presId="urn:microsoft.com/office/officeart/2005/8/layout/cycle1"/>
    <dgm:cxn modelId="{350B87EE-63FE-4A6A-9F91-B2C9C7A463A7}" type="presParOf" srcId="{51F1E00B-AAA5-4BE5-9779-4ACFA1F1ED15}" destId="{58A653B1-4048-4A62-BD9F-8BF4468EE846}" srcOrd="12" destOrd="0" presId="urn:microsoft.com/office/officeart/2005/8/layout/cycle1"/>
    <dgm:cxn modelId="{C0842EE5-6A2C-480B-A036-3E9E8E253303}" type="presParOf" srcId="{51F1E00B-AAA5-4BE5-9779-4ACFA1F1ED15}" destId="{05ECD257-7A73-48AF-958A-910F0CA73CB3}" srcOrd="13" destOrd="0" presId="urn:microsoft.com/office/officeart/2005/8/layout/cycle1"/>
    <dgm:cxn modelId="{C3A34FBF-9BE1-44F5-BDD0-271068041645}" type="presParOf" srcId="{51F1E00B-AAA5-4BE5-9779-4ACFA1F1ED15}" destId="{231DD8BF-1EC6-4CD4-9E99-842BA0DD9113}" srcOrd="14" destOrd="0" presId="urn:microsoft.com/office/officeart/2005/8/layout/cycle1"/>
    <dgm:cxn modelId="{3F09CA8F-3C24-4E19-B92F-ECBF6275B804}" type="presParOf" srcId="{51F1E00B-AAA5-4BE5-9779-4ACFA1F1ED15}" destId="{9CA49F82-907F-43F2-9DA9-258115474E82}" srcOrd="15" destOrd="0" presId="urn:microsoft.com/office/officeart/2005/8/layout/cycle1"/>
    <dgm:cxn modelId="{1EE1AB7B-C68C-40EA-8760-66386E57C36A}" type="presParOf" srcId="{51F1E00B-AAA5-4BE5-9779-4ACFA1F1ED15}" destId="{B4B51F8A-5D5B-4750-A464-4AC7B99160F5}" srcOrd="16" destOrd="0" presId="urn:microsoft.com/office/officeart/2005/8/layout/cycle1"/>
    <dgm:cxn modelId="{246C8D99-00DC-4024-9524-E12AA2D10B22}" type="presParOf" srcId="{51F1E00B-AAA5-4BE5-9779-4ACFA1F1ED15}" destId="{7A3FA554-04FE-4ABB-9FC2-951E289ADEF3}" srcOrd="17" destOrd="0" presId="urn:microsoft.com/office/officeart/2005/8/layout/cycle1"/>
    <dgm:cxn modelId="{19CB3AB8-0D9E-4623-979F-36BC16848D59}" type="presParOf" srcId="{51F1E00B-AAA5-4BE5-9779-4ACFA1F1ED15}" destId="{7A6F05A4-5081-456E-B2F7-98973AB96334}" srcOrd="18" destOrd="0" presId="urn:microsoft.com/office/officeart/2005/8/layout/cycle1"/>
    <dgm:cxn modelId="{F15B06CC-2A7B-46D7-B0EA-29F7F5BBC6F7}" type="presParOf" srcId="{51F1E00B-AAA5-4BE5-9779-4ACFA1F1ED15}" destId="{DEC9D0EB-B322-4F4D-9F8C-88808C965F96}" srcOrd="19" destOrd="0" presId="urn:microsoft.com/office/officeart/2005/8/layout/cycle1"/>
    <dgm:cxn modelId="{DAA1CE0F-AF39-4916-AF25-E2DA4B254C3B}" type="presParOf" srcId="{51F1E00B-AAA5-4BE5-9779-4ACFA1F1ED15}" destId="{4436372A-E7D7-461C-937F-6A8819B51AA4}" srcOrd="20"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3B9C8F-1F2C-4A0A-8A12-75A5578DA05C}"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3553FFA-2AF8-4782-9D02-702A709F0DB9}">
      <dgm:prSet/>
      <dgm:spPr/>
      <dgm:t>
        <a:bodyPr/>
        <a:lstStyle/>
        <a:p>
          <a:r>
            <a:rPr lang="en-US"/>
            <a:t>Low-cost and easy to build.</a:t>
          </a:r>
        </a:p>
      </dgm:t>
    </dgm:pt>
    <dgm:pt modelId="{3942B7D6-80DF-4882-B410-7BC18DB6E8F3}" type="parTrans" cxnId="{100F104B-2484-430D-8594-B3AC08261E77}">
      <dgm:prSet/>
      <dgm:spPr/>
      <dgm:t>
        <a:bodyPr/>
        <a:lstStyle/>
        <a:p>
          <a:endParaRPr lang="en-US"/>
        </a:p>
      </dgm:t>
    </dgm:pt>
    <dgm:pt modelId="{B025C544-5CE4-4D00-A730-0D1526153A6B}" type="sibTrans" cxnId="{100F104B-2484-430D-8594-B3AC08261E77}">
      <dgm:prSet/>
      <dgm:spPr/>
      <dgm:t>
        <a:bodyPr/>
        <a:lstStyle/>
        <a:p>
          <a:endParaRPr lang="en-US"/>
        </a:p>
      </dgm:t>
    </dgm:pt>
    <dgm:pt modelId="{C5CD0176-1D93-473F-A3BF-3778B7EBD17A}">
      <dgm:prSet/>
      <dgm:spPr/>
      <dgm:t>
        <a:bodyPr/>
        <a:lstStyle/>
        <a:p>
          <a:r>
            <a:rPr lang="en-US"/>
            <a:t>Uses simple electronic components (555 IC, push button, buzzer).</a:t>
          </a:r>
        </a:p>
      </dgm:t>
    </dgm:pt>
    <dgm:pt modelId="{E5A292F6-D598-4B70-9904-B6B561F42F9D}" type="parTrans" cxnId="{33C07448-7CDC-4DF5-8B59-F743E8311D82}">
      <dgm:prSet/>
      <dgm:spPr/>
      <dgm:t>
        <a:bodyPr/>
        <a:lstStyle/>
        <a:p>
          <a:endParaRPr lang="en-US"/>
        </a:p>
      </dgm:t>
    </dgm:pt>
    <dgm:pt modelId="{404FD209-986E-47F2-9A29-58CC4613DBE5}" type="sibTrans" cxnId="{33C07448-7CDC-4DF5-8B59-F743E8311D82}">
      <dgm:prSet/>
      <dgm:spPr/>
      <dgm:t>
        <a:bodyPr/>
        <a:lstStyle/>
        <a:p>
          <a:endParaRPr lang="en-US"/>
        </a:p>
      </dgm:t>
    </dgm:pt>
    <dgm:pt modelId="{72365E59-6F07-4D50-B328-40B7726ED3DD}">
      <dgm:prSet/>
      <dgm:spPr/>
      <dgm:t>
        <a:bodyPr/>
        <a:lstStyle/>
        <a:p>
          <a:r>
            <a:rPr lang="en-US"/>
            <a:t>Can send remote alerts using NodeMCU via Wi-Fi.</a:t>
          </a:r>
        </a:p>
      </dgm:t>
    </dgm:pt>
    <dgm:pt modelId="{94D2844A-E2F8-4630-85E7-4BD10299D646}" type="parTrans" cxnId="{49B03B57-3C1B-4DD6-8C27-4B65E9121448}">
      <dgm:prSet/>
      <dgm:spPr/>
      <dgm:t>
        <a:bodyPr/>
        <a:lstStyle/>
        <a:p>
          <a:endParaRPr lang="en-US"/>
        </a:p>
      </dgm:t>
    </dgm:pt>
    <dgm:pt modelId="{E629D742-28E6-473F-9121-4BBDC39D134D}" type="sibTrans" cxnId="{49B03B57-3C1B-4DD6-8C27-4B65E9121448}">
      <dgm:prSet/>
      <dgm:spPr/>
      <dgm:t>
        <a:bodyPr/>
        <a:lstStyle/>
        <a:p>
          <a:endParaRPr lang="en-US"/>
        </a:p>
      </dgm:t>
    </dgm:pt>
    <dgm:pt modelId="{438D5F74-62BD-4D34-97AE-2C22C8988159}">
      <dgm:prSet/>
      <dgm:spPr/>
      <dgm:t>
        <a:bodyPr/>
        <a:lstStyle/>
        <a:p>
          <a:r>
            <a:rPr lang="en-US"/>
            <a:t>Works instantly when the button is pressed.</a:t>
          </a:r>
        </a:p>
      </dgm:t>
    </dgm:pt>
    <dgm:pt modelId="{ACB5633F-4E41-4981-80C0-581F7803932D}" type="parTrans" cxnId="{EB408A30-1007-4E42-8B99-1035F829C618}">
      <dgm:prSet/>
      <dgm:spPr/>
      <dgm:t>
        <a:bodyPr/>
        <a:lstStyle/>
        <a:p>
          <a:endParaRPr lang="en-US"/>
        </a:p>
      </dgm:t>
    </dgm:pt>
    <dgm:pt modelId="{83E09227-C682-4503-9AB0-441E9B3A6281}" type="sibTrans" cxnId="{EB408A30-1007-4E42-8B99-1035F829C618}">
      <dgm:prSet/>
      <dgm:spPr/>
      <dgm:t>
        <a:bodyPr/>
        <a:lstStyle/>
        <a:p>
          <a:endParaRPr lang="en-US"/>
        </a:p>
      </dgm:t>
    </dgm:pt>
    <dgm:pt modelId="{B51CA8CD-9F6F-4EC3-BFDD-40190F4D2AD4}">
      <dgm:prSet/>
      <dgm:spPr/>
      <dgm:t>
        <a:bodyPr/>
        <a:lstStyle/>
        <a:p>
          <a:r>
            <a:rPr lang="en-US"/>
            <a:t>Can be powered with a simple 9V battery.</a:t>
          </a:r>
        </a:p>
      </dgm:t>
    </dgm:pt>
    <dgm:pt modelId="{F60CE893-CE0F-4E6D-95F8-728001A810A3}" type="parTrans" cxnId="{53A485A9-1609-4E5D-B4FA-7E2AF6CD5634}">
      <dgm:prSet/>
      <dgm:spPr/>
      <dgm:t>
        <a:bodyPr/>
        <a:lstStyle/>
        <a:p>
          <a:endParaRPr lang="en-US"/>
        </a:p>
      </dgm:t>
    </dgm:pt>
    <dgm:pt modelId="{F06C4E58-911E-4907-961E-E8AACA7C3B5A}" type="sibTrans" cxnId="{53A485A9-1609-4E5D-B4FA-7E2AF6CD5634}">
      <dgm:prSet/>
      <dgm:spPr/>
      <dgm:t>
        <a:bodyPr/>
        <a:lstStyle/>
        <a:p>
          <a:endParaRPr lang="en-US"/>
        </a:p>
      </dgm:t>
    </dgm:pt>
    <dgm:pt modelId="{CB4C3173-731B-4582-A69A-48118A2BF9B3}" type="pres">
      <dgm:prSet presAssocID="{513B9C8F-1F2C-4A0A-8A12-75A5578DA05C}" presName="root" presStyleCnt="0">
        <dgm:presLayoutVars>
          <dgm:dir/>
          <dgm:resizeHandles val="exact"/>
        </dgm:presLayoutVars>
      </dgm:prSet>
      <dgm:spPr/>
    </dgm:pt>
    <dgm:pt modelId="{132E9EF0-8119-4B9A-AAEE-6DBCE3538C2E}" type="pres">
      <dgm:prSet presAssocID="{513B9C8F-1F2C-4A0A-8A12-75A5578DA05C}" presName="container" presStyleCnt="0">
        <dgm:presLayoutVars>
          <dgm:dir/>
          <dgm:resizeHandles val="exact"/>
        </dgm:presLayoutVars>
      </dgm:prSet>
      <dgm:spPr/>
    </dgm:pt>
    <dgm:pt modelId="{71E1E8CB-D3FE-4AAD-9ED4-4352E77FB0AD}" type="pres">
      <dgm:prSet presAssocID="{A3553FFA-2AF8-4782-9D02-702A709F0DB9}" presName="compNode" presStyleCnt="0"/>
      <dgm:spPr/>
    </dgm:pt>
    <dgm:pt modelId="{82A0C84C-F1F9-4E44-8CF2-F0F7764868CA}" type="pres">
      <dgm:prSet presAssocID="{A3553FFA-2AF8-4782-9D02-702A709F0DB9}" presName="iconBgRect" presStyleLbl="bgShp" presStyleIdx="0" presStyleCnt="5"/>
      <dgm:spPr/>
    </dgm:pt>
    <dgm:pt modelId="{B95B21BA-A595-4D81-96EC-6AF652DA42A0}" type="pres">
      <dgm:prSet presAssocID="{A3553FFA-2AF8-4782-9D02-702A709F0DB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ent"/>
        </a:ext>
      </dgm:extLst>
    </dgm:pt>
    <dgm:pt modelId="{1823A547-31CD-4F78-AD34-0A233D6457B0}" type="pres">
      <dgm:prSet presAssocID="{A3553FFA-2AF8-4782-9D02-702A709F0DB9}" presName="spaceRect" presStyleCnt="0"/>
      <dgm:spPr/>
    </dgm:pt>
    <dgm:pt modelId="{EB5B3DAF-B021-4BE6-84EB-ACAD9FBB8A4C}" type="pres">
      <dgm:prSet presAssocID="{A3553FFA-2AF8-4782-9D02-702A709F0DB9}" presName="textRect" presStyleLbl="revTx" presStyleIdx="0" presStyleCnt="5">
        <dgm:presLayoutVars>
          <dgm:chMax val="1"/>
          <dgm:chPref val="1"/>
        </dgm:presLayoutVars>
      </dgm:prSet>
      <dgm:spPr/>
    </dgm:pt>
    <dgm:pt modelId="{E1C51478-BA9A-4B9D-8023-B60B6EE18A47}" type="pres">
      <dgm:prSet presAssocID="{B025C544-5CE4-4D00-A730-0D1526153A6B}" presName="sibTrans" presStyleLbl="sibTrans2D1" presStyleIdx="0" presStyleCnt="0"/>
      <dgm:spPr/>
    </dgm:pt>
    <dgm:pt modelId="{EA6B6AFE-92A5-4071-89CF-2BE7FE8E245C}" type="pres">
      <dgm:prSet presAssocID="{C5CD0176-1D93-473F-A3BF-3778B7EBD17A}" presName="compNode" presStyleCnt="0"/>
      <dgm:spPr/>
    </dgm:pt>
    <dgm:pt modelId="{21B613C9-F30F-461E-B717-9A4DCDA68FFD}" type="pres">
      <dgm:prSet presAssocID="{C5CD0176-1D93-473F-A3BF-3778B7EBD17A}" presName="iconBgRect" presStyleLbl="bgShp" presStyleIdx="1" presStyleCnt="5"/>
      <dgm:spPr/>
    </dgm:pt>
    <dgm:pt modelId="{6DE76ABE-C1B6-4115-86E1-1D12D55FB5F7}" type="pres">
      <dgm:prSet presAssocID="{C5CD0176-1D93-473F-A3BF-3778B7EBD17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ells"/>
        </a:ext>
      </dgm:extLst>
    </dgm:pt>
    <dgm:pt modelId="{A11874C9-42CD-4F0E-A2BA-3D1997651D1C}" type="pres">
      <dgm:prSet presAssocID="{C5CD0176-1D93-473F-A3BF-3778B7EBD17A}" presName="spaceRect" presStyleCnt="0"/>
      <dgm:spPr/>
    </dgm:pt>
    <dgm:pt modelId="{1CB89396-5515-483E-B63A-47EB8AE723F4}" type="pres">
      <dgm:prSet presAssocID="{C5CD0176-1D93-473F-A3BF-3778B7EBD17A}" presName="textRect" presStyleLbl="revTx" presStyleIdx="1" presStyleCnt="5">
        <dgm:presLayoutVars>
          <dgm:chMax val="1"/>
          <dgm:chPref val="1"/>
        </dgm:presLayoutVars>
      </dgm:prSet>
      <dgm:spPr/>
    </dgm:pt>
    <dgm:pt modelId="{771B3B1C-7476-451E-8109-3FC9B63F1CF0}" type="pres">
      <dgm:prSet presAssocID="{404FD209-986E-47F2-9A29-58CC4613DBE5}" presName="sibTrans" presStyleLbl="sibTrans2D1" presStyleIdx="0" presStyleCnt="0"/>
      <dgm:spPr/>
    </dgm:pt>
    <dgm:pt modelId="{5D37D1A2-4434-4094-AB50-03EA0EFDEDF9}" type="pres">
      <dgm:prSet presAssocID="{72365E59-6F07-4D50-B328-40B7726ED3DD}" presName="compNode" presStyleCnt="0"/>
      <dgm:spPr/>
    </dgm:pt>
    <dgm:pt modelId="{580A415C-38F6-4ACA-A3E3-01694C589E66}" type="pres">
      <dgm:prSet presAssocID="{72365E59-6F07-4D50-B328-40B7726ED3DD}" presName="iconBgRect" presStyleLbl="bgShp" presStyleIdx="2" presStyleCnt="5"/>
      <dgm:spPr/>
    </dgm:pt>
    <dgm:pt modelId="{D44C5235-1795-425E-A273-3CC60B54CFAC}" type="pres">
      <dgm:prSet presAssocID="{72365E59-6F07-4D50-B328-40B7726ED3D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mote control"/>
        </a:ext>
      </dgm:extLst>
    </dgm:pt>
    <dgm:pt modelId="{91A8F60D-6808-4535-B449-C11147D59F1E}" type="pres">
      <dgm:prSet presAssocID="{72365E59-6F07-4D50-B328-40B7726ED3DD}" presName="spaceRect" presStyleCnt="0"/>
      <dgm:spPr/>
    </dgm:pt>
    <dgm:pt modelId="{1865BD55-E1A4-49DF-AAC0-52F7C779A28D}" type="pres">
      <dgm:prSet presAssocID="{72365E59-6F07-4D50-B328-40B7726ED3DD}" presName="textRect" presStyleLbl="revTx" presStyleIdx="2" presStyleCnt="5">
        <dgm:presLayoutVars>
          <dgm:chMax val="1"/>
          <dgm:chPref val="1"/>
        </dgm:presLayoutVars>
      </dgm:prSet>
      <dgm:spPr/>
    </dgm:pt>
    <dgm:pt modelId="{DE8D3F70-0B06-4930-B3D7-EFC8F9FDAF64}" type="pres">
      <dgm:prSet presAssocID="{E629D742-28E6-473F-9121-4BBDC39D134D}" presName="sibTrans" presStyleLbl="sibTrans2D1" presStyleIdx="0" presStyleCnt="0"/>
      <dgm:spPr/>
    </dgm:pt>
    <dgm:pt modelId="{5D685F4A-C0D7-4CCB-B40B-A59DFC0396C6}" type="pres">
      <dgm:prSet presAssocID="{438D5F74-62BD-4D34-97AE-2C22C8988159}" presName="compNode" presStyleCnt="0"/>
      <dgm:spPr/>
    </dgm:pt>
    <dgm:pt modelId="{2D3140C6-7BA7-4C7B-924C-E911EECADEF6}" type="pres">
      <dgm:prSet presAssocID="{438D5F74-62BD-4D34-97AE-2C22C8988159}" presName="iconBgRect" presStyleLbl="bgShp" presStyleIdx="3" presStyleCnt="5"/>
      <dgm:spPr/>
    </dgm:pt>
    <dgm:pt modelId="{FE6EBEB6-5568-4941-BCCB-E88504C7C113}" type="pres">
      <dgm:prSet presAssocID="{438D5F74-62BD-4D34-97AE-2C22C898815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uchScreen"/>
        </a:ext>
      </dgm:extLst>
    </dgm:pt>
    <dgm:pt modelId="{8A466064-D3A1-4805-BBD6-1EDEC048BA6E}" type="pres">
      <dgm:prSet presAssocID="{438D5F74-62BD-4D34-97AE-2C22C8988159}" presName="spaceRect" presStyleCnt="0"/>
      <dgm:spPr/>
    </dgm:pt>
    <dgm:pt modelId="{96BFED6E-6E1E-4E94-BC56-68AED32B994B}" type="pres">
      <dgm:prSet presAssocID="{438D5F74-62BD-4D34-97AE-2C22C8988159}" presName="textRect" presStyleLbl="revTx" presStyleIdx="3" presStyleCnt="5">
        <dgm:presLayoutVars>
          <dgm:chMax val="1"/>
          <dgm:chPref val="1"/>
        </dgm:presLayoutVars>
      </dgm:prSet>
      <dgm:spPr/>
    </dgm:pt>
    <dgm:pt modelId="{D549A546-B90F-4634-A3C6-D97B86F77987}" type="pres">
      <dgm:prSet presAssocID="{83E09227-C682-4503-9AB0-441E9B3A6281}" presName="sibTrans" presStyleLbl="sibTrans2D1" presStyleIdx="0" presStyleCnt="0"/>
      <dgm:spPr/>
    </dgm:pt>
    <dgm:pt modelId="{19C47D9A-4E09-468B-B3EC-17C4F629354D}" type="pres">
      <dgm:prSet presAssocID="{B51CA8CD-9F6F-4EC3-BFDD-40190F4D2AD4}" presName="compNode" presStyleCnt="0"/>
      <dgm:spPr/>
    </dgm:pt>
    <dgm:pt modelId="{1CC2DB58-97C6-48B4-8866-656C71E94DBA}" type="pres">
      <dgm:prSet presAssocID="{B51CA8CD-9F6F-4EC3-BFDD-40190F4D2AD4}" presName="iconBgRect" presStyleLbl="bgShp" presStyleIdx="4" presStyleCnt="5"/>
      <dgm:spPr/>
    </dgm:pt>
    <dgm:pt modelId="{944B8C9D-1116-4E15-9CBA-767AB3AF83CB}" type="pres">
      <dgm:prSet presAssocID="{B51CA8CD-9F6F-4EC3-BFDD-40190F4D2AD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mpty Battery"/>
        </a:ext>
      </dgm:extLst>
    </dgm:pt>
    <dgm:pt modelId="{F7C2F7ED-2738-49D4-B5B5-96DE9497C014}" type="pres">
      <dgm:prSet presAssocID="{B51CA8CD-9F6F-4EC3-BFDD-40190F4D2AD4}" presName="spaceRect" presStyleCnt="0"/>
      <dgm:spPr/>
    </dgm:pt>
    <dgm:pt modelId="{40EA6656-FD33-4EB0-871A-89055F06AF30}" type="pres">
      <dgm:prSet presAssocID="{B51CA8CD-9F6F-4EC3-BFDD-40190F4D2AD4}" presName="textRect" presStyleLbl="revTx" presStyleIdx="4" presStyleCnt="5">
        <dgm:presLayoutVars>
          <dgm:chMax val="1"/>
          <dgm:chPref val="1"/>
        </dgm:presLayoutVars>
      </dgm:prSet>
      <dgm:spPr/>
    </dgm:pt>
  </dgm:ptLst>
  <dgm:cxnLst>
    <dgm:cxn modelId="{CE70CC00-CCC7-4F98-A6F6-BEAD47FA4D02}" type="presOf" srcId="{438D5F74-62BD-4D34-97AE-2C22C8988159}" destId="{96BFED6E-6E1E-4E94-BC56-68AED32B994B}" srcOrd="0" destOrd="0" presId="urn:microsoft.com/office/officeart/2018/2/layout/IconCircleList"/>
    <dgm:cxn modelId="{6F869602-8D8D-40E2-AB50-04BBF2F5BFF1}" type="presOf" srcId="{404FD209-986E-47F2-9A29-58CC4613DBE5}" destId="{771B3B1C-7476-451E-8109-3FC9B63F1CF0}" srcOrd="0" destOrd="0" presId="urn:microsoft.com/office/officeart/2018/2/layout/IconCircleList"/>
    <dgm:cxn modelId="{B0D9161E-54B0-454E-BD10-FBE6430F56C1}" type="presOf" srcId="{C5CD0176-1D93-473F-A3BF-3778B7EBD17A}" destId="{1CB89396-5515-483E-B63A-47EB8AE723F4}" srcOrd="0" destOrd="0" presId="urn:microsoft.com/office/officeart/2018/2/layout/IconCircleList"/>
    <dgm:cxn modelId="{EB408A30-1007-4E42-8B99-1035F829C618}" srcId="{513B9C8F-1F2C-4A0A-8A12-75A5578DA05C}" destId="{438D5F74-62BD-4D34-97AE-2C22C8988159}" srcOrd="3" destOrd="0" parTransId="{ACB5633F-4E41-4981-80C0-581F7803932D}" sibTransId="{83E09227-C682-4503-9AB0-441E9B3A6281}"/>
    <dgm:cxn modelId="{3BED0C48-DF61-463D-97A1-AAE8F22E60D5}" type="presOf" srcId="{83E09227-C682-4503-9AB0-441E9B3A6281}" destId="{D549A546-B90F-4634-A3C6-D97B86F77987}" srcOrd="0" destOrd="0" presId="urn:microsoft.com/office/officeart/2018/2/layout/IconCircleList"/>
    <dgm:cxn modelId="{33C07448-7CDC-4DF5-8B59-F743E8311D82}" srcId="{513B9C8F-1F2C-4A0A-8A12-75A5578DA05C}" destId="{C5CD0176-1D93-473F-A3BF-3778B7EBD17A}" srcOrd="1" destOrd="0" parTransId="{E5A292F6-D598-4B70-9904-B6B561F42F9D}" sibTransId="{404FD209-986E-47F2-9A29-58CC4613DBE5}"/>
    <dgm:cxn modelId="{100F104B-2484-430D-8594-B3AC08261E77}" srcId="{513B9C8F-1F2C-4A0A-8A12-75A5578DA05C}" destId="{A3553FFA-2AF8-4782-9D02-702A709F0DB9}" srcOrd="0" destOrd="0" parTransId="{3942B7D6-80DF-4882-B410-7BC18DB6E8F3}" sibTransId="{B025C544-5CE4-4D00-A730-0D1526153A6B}"/>
    <dgm:cxn modelId="{4B62954F-7E6E-4C97-9ADE-D60B4265E4A2}" type="presOf" srcId="{72365E59-6F07-4D50-B328-40B7726ED3DD}" destId="{1865BD55-E1A4-49DF-AAC0-52F7C779A28D}" srcOrd="0" destOrd="0" presId="urn:microsoft.com/office/officeart/2018/2/layout/IconCircleList"/>
    <dgm:cxn modelId="{49B03B57-3C1B-4DD6-8C27-4B65E9121448}" srcId="{513B9C8F-1F2C-4A0A-8A12-75A5578DA05C}" destId="{72365E59-6F07-4D50-B328-40B7726ED3DD}" srcOrd="2" destOrd="0" parTransId="{94D2844A-E2F8-4630-85E7-4BD10299D646}" sibTransId="{E629D742-28E6-473F-9121-4BBDC39D134D}"/>
    <dgm:cxn modelId="{E3561859-BDA5-4C04-AA97-BF8AB3C493B8}" type="presOf" srcId="{B51CA8CD-9F6F-4EC3-BFDD-40190F4D2AD4}" destId="{40EA6656-FD33-4EB0-871A-89055F06AF30}" srcOrd="0" destOrd="0" presId="urn:microsoft.com/office/officeart/2018/2/layout/IconCircleList"/>
    <dgm:cxn modelId="{02999682-7C0F-4C0A-A355-941FEA5A474D}" type="presOf" srcId="{A3553FFA-2AF8-4782-9D02-702A709F0DB9}" destId="{EB5B3DAF-B021-4BE6-84EB-ACAD9FBB8A4C}" srcOrd="0" destOrd="0" presId="urn:microsoft.com/office/officeart/2018/2/layout/IconCircleList"/>
    <dgm:cxn modelId="{AABF08A4-CDB4-48B9-8EAA-F8D376B89F7E}" type="presOf" srcId="{513B9C8F-1F2C-4A0A-8A12-75A5578DA05C}" destId="{CB4C3173-731B-4582-A69A-48118A2BF9B3}" srcOrd="0" destOrd="0" presId="urn:microsoft.com/office/officeart/2018/2/layout/IconCircleList"/>
    <dgm:cxn modelId="{53A485A9-1609-4E5D-B4FA-7E2AF6CD5634}" srcId="{513B9C8F-1F2C-4A0A-8A12-75A5578DA05C}" destId="{B51CA8CD-9F6F-4EC3-BFDD-40190F4D2AD4}" srcOrd="4" destOrd="0" parTransId="{F60CE893-CE0F-4E6D-95F8-728001A810A3}" sibTransId="{F06C4E58-911E-4907-961E-E8AACA7C3B5A}"/>
    <dgm:cxn modelId="{6BDB87C4-B410-48B4-AC5D-ED7EA459D12C}" type="presOf" srcId="{B025C544-5CE4-4D00-A730-0D1526153A6B}" destId="{E1C51478-BA9A-4B9D-8023-B60B6EE18A47}" srcOrd="0" destOrd="0" presId="urn:microsoft.com/office/officeart/2018/2/layout/IconCircleList"/>
    <dgm:cxn modelId="{DC3558F4-C40D-4CA3-A265-D1F380A682CF}" type="presOf" srcId="{E629D742-28E6-473F-9121-4BBDC39D134D}" destId="{DE8D3F70-0B06-4930-B3D7-EFC8F9FDAF64}" srcOrd="0" destOrd="0" presId="urn:microsoft.com/office/officeart/2018/2/layout/IconCircleList"/>
    <dgm:cxn modelId="{65F6FDF8-3F5F-484C-8318-EE2BC041A005}" type="presParOf" srcId="{CB4C3173-731B-4582-A69A-48118A2BF9B3}" destId="{132E9EF0-8119-4B9A-AAEE-6DBCE3538C2E}" srcOrd="0" destOrd="0" presId="urn:microsoft.com/office/officeart/2018/2/layout/IconCircleList"/>
    <dgm:cxn modelId="{ECAAE7A2-B19D-4BBA-95F7-B72B908F40B6}" type="presParOf" srcId="{132E9EF0-8119-4B9A-AAEE-6DBCE3538C2E}" destId="{71E1E8CB-D3FE-4AAD-9ED4-4352E77FB0AD}" srcOrd="0" destOrd="0" presId="urn:microsoft.com/office/officeart/2018/2/layout/IconCircleList"/>
    <dgm:cxn modelId="{F3B92FD5-162C-4C77-8E3A-E384D2B3AE86}" type="presParOf" srcId="{71E1E8CB-D3FE-4AAD-9ED4-4352E77FB0AD}" destId="{82A0C84C-F1F9-4E44-8CF2-F0F7764868CA}" srcOrd="0" destOrd="0" presId="urn:microsoft.com/office/officeart/2018/2/layout/IconCircleList"/>
    <dgm:cxn modelId="{3FF2BD75-2562-4B07-A599-E00496C35EFB}" type="presParOf" srcId="{71E1E8CB-D3FE-4AAD-9ED4-4352E77FB0AD}" destId="{B95B21BA-A595-4D81-96EC-6AF652DA42A0}" srcOrd="1" destOrd="0" presId="urn:microsoft.com/office/officeart/2018/2/layout/IconCircleList"/>
    <dgm:cxn modelId="{A87CF307-361A-4C77-9508-FD2A334A49B5}" type="presParOf" srcId="{71E1E8CB-D3FE-4AAD-9ED4-4352E77FB0AD}" destId="{1823A547-31CD-4F78-AD34-0A233D6457B0}" srcOrd="2" destOrd="0" presId="urn:microsoft.com/office/officeart/2018/2/layout/IconCircleList"/>
    <dgm:cxn modelId="{22312B5B-BF6E-41FA-B212-7F43FFCD0C5E}" type="presParOf" srcId="{71E1E8CB-D3FE-4AAD-9ED4-4352E77FB0AD}" destId="{EB5B3DAF-B021-4BE6-84EB-ACAD9FBB8A4C}" srcOrd="3" destOrd="0" presId="urn:microsoft.com/office/officeart/2018/2/layout/IconCircleList"/>
    <dgm:cxn modelId="{20499957-D3C3-40F7-BB4C-0736558EBC5F}" type="presParOf" srcId="{132E9EF0-8119-4B9A-AAEE-6DBCE3538C2E}" destId="{E1C51478-BA9A-4B9D-8023-B60B6EE18A47}" srcOrd="1" destOrd="0" presId="urn:microsoft.com/office/officeart/2018/2/layout/IconCircleList"/>
    <dgm:cxn modelId="{E3F3EA24-7D5D-4E49-A7BA-E6A75158DFB9}" type="presParOf" srcId="{132E9EF0-8119-4B9A-AAEE-6DBCE3538C2E}" destId="{EA6B6AFE-92A5-4071-89CF-2BE7FE8E245C}" srcOrd="2" destOrd="0" presId="urn:microsoft.com/office/officeart/2018/2/layout/IconCircleList"/>
    <dgm:cxn modelId="{0BC4C60E-68DE-4856-849D-E88AE98890CA}" type="presParOf" srcId="{EA6B6AFE-92A5-4071-89CF-2BE7FE8E245C}" destId="{21B613C9-F30F-461E-B717-9A4DCDA68FFD}" srcOrd="0" destOrd="0" presId="urn:microsoft.com/office/officeart/2018/2/layout/IconCircleList"/>
    <dgm:cxn modelId="{278EE8FD-C95F-45E3-A2EE-4A7C787CDD15}" type="presParOf" srcId="{EA6B6AFE-92A5-4071-89CF-2BE7FE8E245C}" destId="{6DE76ABE-C1B6-4115-86E1-1D12D55FB5F7}" srcOrd="1" destOrd="0" presId="urn:microsoft.com/office/officeart/2018/2/layout/IconCircleList"/>
    <dgm:cxn modelId="{93AEC709-D731-4904-B011-F854162E0DCD}" type="presParOf" srcId="{EA6B6AFE-92A5-4071-89CF-2BE7FE8E245C}" destId="{A11874C9-42CD-4F0E-A2BA-3D1997651D1C}" srcOrd="2" destOrd="0" presId="urn:microsoft.com/office/officeart/2018/2/layout/IconCircleList"/>
    <dgm:cxn modelId="{DAE27EF6-05E9-4182-8743-B85CC5071BFD}" type="presParOf" srcId="{EA6B6AFE-92A5-4071-89CF-2BE7FE8E245C}" destId="{1CB89396-5515-483E-B63A-47EB8AE723F4}" srcOrd="3" destOrd="0" presId="urn:microsoft.com/office/officeart/2018/2/layout/IconCircleList"/>
    <dgm:cxn modelId="{8067CB71-77F1-4740-A2A7-77C864679AE8}" type="presParOf" srcId="{132E9EF0-8119-4B9A-AAEE-6DBCE3538C2E}" destId="{771B3B1C-7476-451E-8109-3FC9B63F1CF0}" srcOrd="3" destOrd="0" presId="urn:microsoft.com/office/officeart/2018/2/layout/IconCircleList"/>
    <dgm:cxn modelId="{041A7F4A-4E65-4CB8-BE74-01BF64879061}" type="presParOf" srcId="{132E9EF0-8119-4B9A-AAEE-6DBCE3538C2E}" destId="{5D37D1A2-4434-4094-AB50-03EA0EFDEDF9}" srcOrd="4" destOrd="0" presId="urn:microsoft.com/office/officeart/2018/2/layout/IconCircleList"/>
    <dgm:cxn modelId="{03259890-A6FB-4494-ADC2-B87CC745EDFE}" type="presParOf" srcId="{5D37D1A2-4434-4094-AB50-03EA0EFDEDF9}" destId="{580A415C-38F6-4ACA-A3E3-01694C589E66}" srcOrd="0" destOrd="0" presId="urn:microsoft.com/office/officeart/2018/2/layout/IconCircleList"/>
    <dgm:cxn modelId="{BE30A84E-BC6B-4D65-AD6A-46E201A82DAA}" type="presParOf" srcId="{5D37D1A2-4434-4094-AB50-03EA0EFDEDF9}" destId="{D44C5235-1795-425E-A273-3CC60B54CFAC}" srcOrd="1" destOrd="0" presId="urn:microsoft.com/office/officeart/2018/2/layout/IconCircleList"/>
    <dgm:cxn modelId="{E8E89251-D548-4CD5-8F0F-918B72611026}" type="presParOf" srcId="{5D37D1A2-4434-4094-AB50-03EA0EFDEDF9}" destId="{91A8F60D-6808-4535-B449-C11147D59F1E}" srcOrd="2" destOrd="0" presId="urn:microsoft.com/office/officeart/2018/2/layout/IconCircleList"/>
    <dgm:cxn modelId="{A39C4BB6-E57C-4B9A-B4C5-AEAC08AF76D7}" type="presParOf" srcId="{5D37D1A2-4434-4094-AB50-03EA0EFDEDF9}" destId="{1865BD55-E1A4-49DF-AAC0-52F7C779A28D}" srcOrd="3" destOrd="0" presId="urn:microsoft.com/office/officeart/2018/2/layout/IconCircleList"/>
    <dgm:cxn modelId="{526E520B-D0B5-4093-B2E6-2972448584EF}" type="presParOf" srcId="{132E9EF0-8119-4B9A-AAEE-6DBCE3538C2E}" destId="{DE8D3F70-0B06-4930-B3D7-EFC8F9FDAF64}" srcOrd="5" destOrd="0" presId="urn:microsoft.com/office/officeart/2018/2/layout/IconCircleList"/>
    <dgm:cxn modelId="{F14C80F6-5E30-4269-9149-F687D43293AD}" type="presParOf" srcId="{132E9EF0-8119-4B9A-AAEE-6DBCE3538C2E}" destId="{5D685F4A-C0D7-4CCB-B40B-A59DFC0396C6}" srcOrd="6" destOrd="0" presId="urn:microsoft.com/office/officeart/2018/2/layout/IconCircleList"/>
    <dgm:cxn modelId="{0D48F52B-56B9-4BE4-BB85-A1CB62965CE3}" type="presParOf" srcId="{5D685F4A-C0D7-4CCB-B40B-A59DFC0396C6}" destId="{2D3140C6-7BA7-4C7B-924C-E911EECADEF6}" srcOrd="0" destOrd="0" presId="urn:microsoft.com/office/officeart/2018/2/layout/IconCircleList"/>
    <dgm:cxn modelId="{2B33E83C-1674-4F2E-9083-2FB29D0A6923}" type="presParOf" srcId="{5D685F4A-C0D7-4CCB-B40B-A59DFC0396C6}" destId="{FE6EBEB6-5568-4941-BCCB-E88504C7C113}" srcOrd="1" destOrd="0" presId="urn:microsoft.com/office/officeart/2018/2/layout/IconCircleList"/>
    <dgm:cxn modelId="{29BA68E8-34C6-48AE-A6C3-88605414B2F5}" type="presParOf" srcId="{5D685F4A-C0D7-4CCB-B40B-A59DFC0396C6}" destId="{8A466064-D3A1-4805-BBD6-1EDEC048BA6E}" srcOrd="2" destOrd="0" presId="urn:microsoft.com/office/officeart/2018/2/layout/IconCircleList"/>
    <dgm:cxn modelId="{4992E1D9-BB4E-435A-8673-47D429362664}" type="presParOf" srcId="{5D685F4A-C0D7-4CCB-B40B-A59DFC0396C6}" destId="{96BFED6E-6E1E-4E94-BC56-68AED32B994B}" srcOrd="3" destOrd="0" presId="urn:microsoft.com/office/officeart/2018/2/layout/IconCircleList"/>
    <dgm:cxn modelId="{C81C87ED-1576-4DE6-AE00-EA1AA385033C}" type="presParOf" srcId="{132E9EF0-8119-4B9A-AAEE-6DBCE3538C2E}" destId="{D549A546-B90F-4634-A3C6-D97B86F77987}" srcOrd="7" destOrd="0" presId="urn:microsoft.com/office/officeart/2018/2/layout/IconCircleList"/>
    <dgm:cxn modelId="{6340AE22-4D06-47F8-BAE9-2B3DB72C64F8}" type="presParOf" srcId="{132E9EF0-8119-4B9A-AAEE-6DBCE3538C2E}" destId="{19C47D9A-4E09-468B-B3EC-17C4F629354D}" srcOrd="8" destOrd="0" presId="urn:microsoft.com/office/officeart/2018/2/layout/IconCircleList"/>
    <dgm:cxn modelId="{6F05BB29-F643-4A98-9FE0-8F9863D4412B}" type="presParOf" srcId="{19C47D9A-4E09-468B-B3EC-17C4F629354D}" destId="{1CC2DB58-97C6-48B4-8866-656C71E94DBA}" srcOrd="0" destOrd="0" presId="urn:microsoft.com/office/officeart/2018/2/layout/IconCircleList"/>
    <dgm:cxn modelId="{A769D5FC-6452-4F85-8C92-4AE94F413798}" type="presParOf" srcId="{19C47D9A-4E09-468B-B3EC-17C4F629354D}" destId="{944B8C9D-1116-4E15-9CBA-767AB3AF83CB}" srcOrd="1" destOrd="0" presId="urn:microsoft.com/office/officeart/2018/2/layout/IconCircleList"/>
    <dgm:cxn modelId="{E0437C51-1D63-4E3F-9A41-1CF23179C408}" type="presParOf" srcId="{19C47D9A-4E09-468B-B3EC-17C4F629354D}" destId="{F7C2F7ED-2738-49D4-B5B5-96DE9497C014}" srcOrd="2" destOrd="0" presId="urn:microsoft.com/office/officeart/2018/2/layout/IconCircleList"/>
    <dgm:cxn modelId="{DE0CA9BE-39CE-4B68-8767-6997D4A13E0F}" type="presParOf" srcId="{19C47D9A-4E09-468B-B3EC-17C4F629354D}" destId="{40EA6656-FD33-4EB0-871A-89055F06AF3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8F26FB-2363-49AB-A0AE-4F43D164271E}" type="doc">
      <dgm:prSet loTypeId="urn:microsoft.com/office/officeart/2005/8/layout/arrow5" loCatId="relationship" qsTypeId="urn:microsoft.com/office/officeart/2005/8/quickstyle/simple1" qsCatId="simple" csTypeId="urn:microsoft.com/office/officeart/2005/8/colors/colorful5" csCatId="colorful"/>
      <dgm:spPr/>
      <dgm:t>
        <a:bodyPr/>
        <a:lstStyle/>
        <a:p>
          <a:endParaRPr lang="en-US"/>
        </a:p>
      </dgm:t>
    </dgm:pt>
    <dgm:pt modelId="{9F073A7D-C32E-4CC6-B7F1-3129E222EC34}">
      <dgm:prSet/>
      <dgm:spPr/>
      <dgm:t>
        <a:bodyPr/>
        <a:lstStyle/>
        <a:p>
          <a:r>
            <a:rPr lang="en-US" i="1" dirty="0">
              <a:latin typeface="Times New Roman" panose="02020603050405020304" pitchFamily="18" charset="0"/>
              <a:cs typeface="Times New Roman" panose="02020603050405020304" pitchFamily="18" charset="0"/>
            </a:rPr>
            <a:t>Panic alarm have been for many years been widely used for a range of security risks across a variety of industries. Traditionally panic button are fixed devices either liked to monitoring stations or emergency services, but the functionality, flexibility and mobility can be enhanced. </a:t>
          </a:r>
          <a:endParaRPr lang="en-US" dirty="0">
            <a:latin typeface="Times New Roman" panose="02020603050405020304" pitchFamily="18" charset="0"/>
            <a:cs typeface="Times New Roman" panose="02020603050405020304" pitchFamily="18" charset="0"/>
          </a:endParaRPr>
        </a:p>
      </dgm:t>
    </dgm:pt>
    <dgm:pt modelId="{1C60CFF4-617F-4BF6-86E9-7FC7D9FF4D21}" type="parTrans" cxnId="{6A0DBE68-4C7C-488A-8691-95E8187A537B}">
      <dgm:prSet/>
      <dgm:spPr/>
      <dgm:t>
        <a:bodyPr/>
        <a:lstStyle/>
        <a:p>
          <a:endParaRPr lang="en-US"/>
        </a:p>
      </dgm:t>
    </dgm:pt>
    <dgm:pt modelId="{8BC639E9-D63A-4A28-ADE2-6FF576EF8C8E}" type="sibTrans" cxnId="{6A0DBE68-4C7C-488A-8691-95E8187A537B}">
      <dgm:prSet/>
      <dgm:spPr/>
      <dgm:t>
        <a:bodyPr/>
        <a:lstStyle/>
        <a:p>
          <a:endParaRPr lang="en-US"/>
        </a:p>
      </dgm:t>
    </dgm:pt>
    <dgm:pt modelId="{16289B63-EAD6-4EBC-B0D2-0CF49B2EC761}">
      <dgm:prSet/>
      <dgm:spPr/>
      <dgm:t>
        <a:bodyPr/>
        <a:lstStyle/>
        <a:p>
          <a:r>
            <a:rPr lang="en-US" i="1" dirty="0">
              <a:latin typeface="Times New Roman" panose="02020603050405020304" pitchFamily="18" charset="0"/>
              <a:cs typeface="Times New Roman" panose="02020603050405020304" pitchFamily="18" charset="0"/>
            </a:rPr>
            <a:t>Smart panic alarm system can be worn discreetly, making them fully mobile. They can include GPS tracking technology allowing ‘arrived safety’ messages to be sent in a single click. If an arrival notification is not received at the expected time an alert is sent to the pre-assigned contact. They can also be used to trigger flashlights, open or close curtains or blinds, can lock exit doors. So any safety measures like this can be integrated with the smart panic alarm system</a:t>
          </a:r>
          <a:r>
            <a:rPr lang="en-US" i="1" dirty="0"/>
            <a:t>. </a:t>
          </a:r>
          <a:endParaRPr lang="en-US" dirty="0"/>
        </a:p>
      </dgm:t>
    </dgm:pt>
    <dgm:pt modelId="{BA532EEF-CE58-4368-B3A2-AA09463B9F06}" type="parTrans" cxnId="{D6B9326E-B0E3-422E-8F2D-A3F3E1D6D141}">
      <dgm:prSet/>
      <dgm:spPr/>
      <dgm:t>
        <a:bodyPr/>
        <a:lstStyle/>
        <a:p>
          <a:endParaRPr lang="en-US"/>
        </a:p>
      </dgm:t>
    </dgm:pt>
    <dgm:pt modelId="{D144F0CA-D604-4934-B66C-107748DECFB1}" type="sibTrans" cxnId="{D6B9326E-B0E3-422E-8F2D-A3F3E1D6D141}">
      <dgm:prSet/>
      <dgm:spPr/>
      <dgm:t>
        <a:bodyPr/>
        <a:lstStyle/>
        <a:p>
          <a:endParaRPr lang="en-US"/>
        </a:p>
      </dgm:t>
    </dgm:pt>
    <dgm:pt modelId="{F9EC83EB-3EB3-46FD-9B9D-C9D4ECDBFC2F}" type="pres">
      <dgm:prSet presAssocID="{AF8F26FB-2363-49AB-A0AE-4F43D164271E}" presName="diagram" presStyleCnt="0">
        <dgm:presLayoutVars>
          <dgm:dir/>
          <dgm:resizeHandles val="exact"/>
        </dgm:presLayoutVars>
      </dgm:prSet>
      <dgm:spPr/>
    </dgm:pt>
    <dgm:pt modelId="{6E969942-9545-435D-A6CB-63F9998358C6}" type="pres">
      <dgm:prSet presAssocID="{9F073A7D-C32E-4CC6-B7F1-3129E222EC34}" presName="arrow" presStyleLbl="node1" presStyleIdx="0" presStyleCnt="2">
        <dgm:presLayoutVars>
          <dgm:bulletEnabled val="1"/>
        </dgm:presLayoutVars>
      </dgm:prSet>
      <dgm:spPr/>
    </dgm:pt>
    <dgm:pt modelId="{DFB53CDD-AA85-453C-B688-B0F6AACFBA12}" type="pres">
      <dgm:prSet presAssocID="{16289B63-EAD6-4EBC-B0D2-0CF49B2EC761}" presName="arrow" presStyleLbl="node1" presStyleIdx="1" presStyleCnt="2">
        <dgm:presLayoutVars>
          <dgm:bulletEnabled val="1"/>
        </dgm:presLayoutVars>
      </dgm:prSet>
      <dgm:spPr/>
    </dgm:pt>
  </dgm:ptLst>
  <dgm:cxnLst>
    <dgm:cxn modelId="{B025A524-E248-4A1F-9B76-F28A295655D7}" type="presOf" srcId="{AF8F26FB-2363-49AB-A0AE-4F43D164271E}" destId="{F9EC83EB-3EB3-46FD-9B9D-C9D4ECDBFC2F}" srcOrd="0" destOrd="0" presId="urn:microsoft.com/office/officeart/2005/8/layout/arrow5"/>
    <dgm:cxn modelId="{6A0DBE68-4C7C-488A-8691-95E8187A537B}" srcId="{AF8F26FB-2363-49AB-A0AE-4F43D164271E}" destId="{9F073A7D-C32E-4CC6-B7F1-3129E222EC34}" srcOrd="0" destOrd="0" parTransId="{1C60CFF4-617F-4BF6-86E9-7FC7D9FF4D21}" sibTransId="{8BC639E9-D63A-4A28-ADE2-6FF576EF8C8E}"/>
    <dgm:cxn modelId="{D6B9326E-B0E3-422E-8F2D-A3F3E1D6D141}" srcId="{AF8F26FB-2363-49AB-A0AE-4F43D164271E}" destId="{16289B63-EAD6-4EBC-B0D2-0CF49B2EC761}" srcOrd="1" destOrd="0" parTransId="{BA532EEF-CE58-4368-B3A2-AA09463B9F06}" sibTransId="{D144F0CA-D604-4934-B66C-107748DECFB1}"/>
    <dgm:cxn modelId="{D67D31C5-6C06-42D3-93BF-66263056F3E9}" type="presOf" srcId="{9F073A7D-C32E-4CC6-B7F1-3129E222EC34}" destId="{6E969942-9545-435D-A6CB-63F9998358C6}" srcOrd="0" destOrd="0" presId="urn:microsoft.com/office/officeart/2005/8/layout/arrow5"/>
    <dgm:cxn modelId="{B5947EE3-66ED-425F-8673-F01CAA810E3F}" type="presOf" srcId="{16289B63-EAD6-4EBC-B0D2-0CF49B2EC761}" destId="{DFB53CDD-AA85-453C-B688-B0F6AACFBA12}" srcOrd="0" destOrd="0" presId="urn:microsoft.com/office/officeart/2005/8/layout/arrow5"/>
    <dgm:cxn modelId="{1B082B98-99B9-4216-9372-8F9F3FDFF250}" type="presParOf" srcId="{F9EC83EB-3EB3-46FD-9B9D-C9D4ECDBFC2F}" destId="{6E969942-9545-435D-A6CB-63F9998358C6}" srcOrd="0" destOrd="0" presId="urn:microsoft.com/office/officeart/2005/8/layout/arrow5"/>
    <dgm:cxn modelId="{E24B0C56-160A-4A3A-806E-0152B09F7928}" type="presParOf" srcId="{F9EC83EB-3EB3-46FD-9B9D-C9D4ECDBFC2F}" destId="{DFB53CDD-AA85-453C-B688-B0F6AACFBA12}" srcOrd="1"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E1EF5C-811F-4E5D-87D6-1A036135BB2C}">
      <dsp:nvSpPr>
        <dsp:cNvPr id="0" name=""/>
        <dsp:cNvSpPr/>
      </dsp:nvSpPr>
      <dsp:spPr>
        <a:xfrm>
          <a:off x="3465" y="205726"/>
          <a:ext cx="1515340" cy="909204"/>
        </a:xfrm>
        <a:prstGeom prst="roundRect">
          <a:avLst>
            <a:gd name="adj" fmla="val 10000"/>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1. 555 Timer IC – 1</a:t>
          </a:r>
        </a:p>
      </dsp:txBody>
      <dsp:txXfrm>
        <a:off x="30095" y="232356"/>
        <a:ext cx="1462080" cy="855944"/>
      </dsp:txXfrm>
    </dsp:sp>
    <dsp:sp modelId="{0EC89477-FAD3-4B6C-B75D-9F506C085F57}">
      <dsp:nvSpPr>
        <dsp:cNvPr id="0" name=""/>
        <dsp:cNvSpPr/>
      </dsp:nvSpPr>
      <dsp:spPr>
        <a:xfrm>
          <a:off x="1652155" y="472426"/>
          <a:ext cx="321252" cy="375804"/>
        </a:xfrm>
        <a:prstGeom prst="rightArrow">
          <a:avLst>
            <a:gd name="adj1" fmla="val 60000"/>
            <a:gd name="adj2" fmla="val 5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652155" y="547587"/>
        <a:ext cx="224876" cy="225482"/>
      </dsp:txXfrm>
    </dsp:sp>
    <dsp:sp modelId="{913E1DD7-5B93-4835-BE93-C4460E4DE224}">
      <dsp:nvSpPr>
        <dsp:cNvPr id="0" name=""/>
        <dsp:cNvSpPr/>
      </dsp:nvSpPr>
      <dsp:spPr>
        <a:xfrm>
          <a:off x="2124941" y="205726"/>
          <a:ext cx="1515340" cy="909204"/>
        </a:xfrm>
        <a:prstGeom prst="roundRect">
          <a:avLst>
            <a:gd name="adj" fmla="val 10000"/>
          </a:avLst>
        </a:prstGeom>
        <a:solidFill>
          <a:schemeClr val="accent5">
            <a:hueOff val="-1103764"/>
            <a:satOff val="4423"/>
            <a:lumOff val="95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2. Transistor BC547 – 1</a:t>
          </a:r>
        </a:p>
      </dsp:txBody>
      <dsp:txXfrm>
        <a:off x="2151571" y="232356"/>
        <a:ext cx="1462080" cy="855944"/>
      </dsp:txXfrm>
    </dsp:sp>
    <dsp:sp modelId="{128E173B-8CC8-49CD-8188-82AB20F33078}">
      <dsp:nvSpPr>
        <dsp:cNvPr id="0" name=""/>
        <dsp:cNvSpPr/>
      </dsp:nvSpPr>
      <dsp:spPr>
        <a:xfrm>
          <a:off x="3773631" y="472426"/>
          <a:ext cx="321252" cy="375804"/>
        </a:xfrm>
        <a:prstGeom prst="rightArrow">
          <a:avLst>
            <a:gd name="adj1" fmla="val 60000"/>
            <a:gd name="adj2" fmla="val 50000"/>
          </a:avLst>
        </a:prstGeom>
        <a:solidFill>
          <a:schemeClr val="accent5">
            <a:hueOff val="-1241735"/>
            <a:satOff val="4976"/>
            <a:lumOff val="1078"/>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773631" y="547587"/>
        <a:ext cx="224876" cy="225482"/>
      </dsp:txXfrm>
    </dsp:sp>
    <dsp:sp modelId="{11EB6C58-3736-43BF-A4FC-057BE361D032}">
      <dsp:nvSpPr>
        <dsp:cNvPr id="0" name=""/>
        <dsp:cNvSpPr/>
      </dsp:nvSpPr>
      <dsp:spPr>
        <a:xfrm>
          <a:off x="4246418" y="205726"/>
          <a:ext cx="1515340" cy="909204"/>
        </a:xfrm>
        <a:prstGeom prst="roundRect">
          <a:avLst>
            <a:gd name="adj" fmla="val 10000"/>
          </a:avLst>
        </a:prstGeom>
        <a:solidFill>
          <a:schemeClr val="accent5">
            <a:hueOff val="-2207528"/>
            <a:satOff val="8847"/>
            <a:lumOff val="191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3. Buzzer (6-12V) – 1</a:t>
          </a:r>
        </a:p>
      </dsp:txBody>
      <dsp:txXfrm>
        <a:off x="4273048" y="232356"/>
        <a:ext cx="1462080" cy="855944"/>
      </dsp:txXfrm>
    </dsp:sp>
    <dsp:sp modelId="{0866B8B5-1A9A-418C-97B0-83588253E343}">
      <dsp:nvSpPr>
        <dsp:cNvPr id="0" name=""/>
        <dsp:cNvSpPr/>
      </dsp:nvSpPr>
      <dsp:spPr>
        <a:xfrm>
          <a:off x="5895108" y="472426"/>
          <a:ext cx="321252" cy="375804"/>
        </a:xfrm>
        <a:prstGeom prst="rightArrow">
          <a:avLst>
            <a:gd name="adj1" fmla="val 60000"/>
            <a:gd name="adj2" fmla="val 50000"/>
          </a:avLst>
        </a:prstGeom>
        <a:solidFill>
          <a:schemeClr val="accent5">
            <a:hueOff val="-2483469"/>
            <a:satOff val="9953"/>
            <a:lumOff val="2157"/>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895108" y="547587"/>
        <a:ext cx="224876" cy="225482"/>
      </dsp:txXfrm>
    </dsp:sp>
    <dsp:sp modelId="{A927C872-3695-4618-B101-309095FDD022}">
      <dsp:nvSpPr>
        <dsp:cNvPr id="0" name=""/>
        <dsp:cNvSpPr/>
      </dsp:nvSpPr>
      <dsp:spPr>
        <a:xfrm>
          <a:off x="6367894" y="205726"/>
          <a:ext cx="1515340" cy="909204"/>
        </a:xfrm>
        <a:prstGeom prst="roundRect">
          <a:avLst>
            <a:gd name="adj" fmla="val 10000"/>
          </a:avLst>
        </a:prstGeom>
        <a:solidFill>
          <a:schemeClr val="accent5">
            <a:hueOff val="-3311292"/>
            <a:satOff val="13270"/>
            <a:lumOff val="287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4. LED – 1</a:t>
          </a:r>
        </a:p>
      </dsp:txBody>
      <dsp:txXfrm>
        <a:off x="6394524" y="232356"/>
        <a:ext cx="1462080" cy="855944"/>
      </dsp:txXfrm>
    </dsp:sp>
    <dsp:sp modelId="{721F5CB1-5D26-4DF3-8623-5FCE1A29D72F}">
      <dsp:nvSpPr>
        <dsp:cNvPr id="0" name=""/>
        <dsp:cNvSpPr/>
      </dsp:nvSpPr>
      <dsp:spPr>
        <a:xfrm rot="5400000">
          <a:off x="6964938" y="1221004"/>
          <a:ext cx="321252" cy="375804"/>
        </a:xfrm>
        <a:prstGeom prst="rightArrow">
          <a:avLst>
            <a:gd name="adj1" fmla="val 60000"/>
            <a:gd name="adj2" fmla="val 50000"/>
          </a:avLst>
        </a:prstGeom>
        <a:solidFill>
          <a:schemeClr val="accent5">
            <a:hueOff val="-3725204"/>
            <a:satOff val="14929"/>
            <a:lumOff val="3235"/>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7012823" y="1248280"/>
        <a:ext cx="225482" cy="224876"/>
      </dsp:txXfrm>
    </dsp:sp>
    <dsp:sp modelId="{86C6EF00-6126-4B24-9018-690E30664E54}">
      <dsp:nvSpPr>
        <dsp:cNvPr id="0" name=""/>
        <dsp:cNvSpPr/>
      </dsp:nvSpPr>
      <dsp:spPr>
        <a:xfrm>
          <a:off x="6367894" y="1721066"/>
          <a:ext cx="1515340" cy="909204"/>
        </a:xfrm>
        <a:prstGeom prst="roundRect">
          <a:avLst>
            <a:gd name="adj" fmla="val 10000"/>
          </a:avLst>
        </a:prstGeom>
        <a:solidFill>
          <a:schemeClr val="accent5">
            <a:hueOff val="-4415056"/>
            <a:satOff val="17694"/>
            <a:lumOff val="383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5. Tactile switch  – 2</a:t>
          </a:r>
        </a:p>
      </dsp:txBody>
      <dsp:txXfrm>
        <a:off x="6394524" y="1747696"/>
        <a:ext cx="1462080" cy="855944"/>
      </dsp:txXfrm>
    </dsp:sp>
    <dsp:sp modelId="{E140B0B8-1303-4784-8A64-42497BB3CA60}">
      <dsp:nvSpPr>
        <dsp:cNvPr id="0" name=""/>
        <dsp:cNvSpPr/>
      </dsp:nvSpPr>
      <dsp:spPr>
        <a:xfrm rot="10800000">
          <a:off x="5913292" y="1987766"/>
          <a:ext cx="321252" cy="375804"/>
        </a:xfrm>
        <a:prstGeom prst="rightArrow">
          <a:avLst>
            <a:gd name="adj1" fmla="val 60000"/>
            <a:gd name="adj2" fmla="val 50000"/>
          </a:avLst>
        </a:prstGeom>
        <a:solidFill>
          <a:schemeClr val="accent5">
            <a:hueOff val="-4966938"/>
            <a:satOff val="19906"/>
            <a:lumOff val="4314"/>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6009668" y="2062927"/>
        <a:ext cx="224876" cy="225482"/>
      </dsp:txXfrm>
    </dsp:sp>
    <dsp:sp modelId="{E64C2E70-6E47-4124-BBB1-62CB6CCF1342}">
      <dsp:nvSpPr>
        <dsp:cNvPr id="0" name=""/>
        <dsp:cNvSpPr/>
      </dsp:nvSpPr>
      <dsp:spPr>
        <a:xfrm>
          <a:off x="4246418" y="1721066"/>
          <a:ext cx="1515340" cy="909204"/>
        </a:xfrm>
        <a:prstGeom prst="roundRect">
          <a:avLst>
            <a:gd name="adj" fmla="val 10000"/>
          </a:avLst>
        </a:prstGeom>
        <a:solidFill>
          <a:schemeClr val="accent5">
            <a:hueOff val="-5518820"/>
            <a:satOff val="22117"/>
            <a:lumOff val="479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6. 9V Battery with holder – 1.</a:t>
          </a:r>
        </a:p>
      </dsp:txBody>
      <dsp:txXfrm>
        <a:off x="4273048" y="1747696"/>
        <a:ext cx="1462080" cy="855944"/>
      </dsp:txXfrm>
    </dsp:sp>
    <dsp:sp modelId="{B4A4D9E1-E75C-43CE-85F7-3A9EE968A023}">
      <dsp:nvSpPr>
        <dsp:cNvPr id="0" name=""/>
        <dsp:cNvSpPr/>
      </dsp:nvSpPr>
      <dsp:spPr>
        <a:xfrm rot="10800000">
          <a:off x="3791815" y="1987766"/>
          <a:ext cx="321252" cy="375804"/>
        </a:xfrm>
        <a:prstGeom prst="rightArrow">
          <a:avLst>
            <a:gd name="adj1" fmla="val 60000"/>
            <a:gd name="adj2" fmla="val 50000"/>
          </a:avLst>
        </a:prstGeom>
        <a:solidFill>
          <a:schemeClr val="accent5">
            <a:hueOff val="-6208672"/>
            <a:satOff val="24882"/>
            <a:lumOff val="5392"/>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3888191" y="2062927"/>
        <a:ext cx="224876" cy="225482"/>
      </dsp:txXfrm>
    </dsp:sp>
    <dsp:sp modelId="{162E2F09-8175-4991-A0F2-416A1C366014}">
      <dsp:nvSpPr>
        <dsp:cNvPr id="0" name=""/>
        <dsp:cNvSpPr/>
      </dsp:nvSpPr>
      <dsp:spPr>
        <a:xfrm>
          <a:off x="2124941" y="1721066"/>
          <a:ext cx="1515340" cy="909204"/>
        </a:xfrm>
        <a:prstGeom prst="roundRect">
          <a:avLst>
            <a:gd name="adj" fmla="val 10000"/>
          </a:avLst>
        </a:prstGeom>
        <a:solidFill>
          <a:schemeClr val="accent5">
            <a:hueOff val="-6622584"/>
            <a:satOff val="26541"/>
            <a:lumOff val="5752"/>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7. Resistors (10k</a:t>
          </a:r>
          <a:r>
            <a:rPr lang="el-GR" sz="1400" kern="1200"/>
            <a:t>Ὠ – 3; 1</a:t>
          </a:r>
          <a:r>
            <a:rPr lang="en-US" sz="1400" kern="1200"/>
            <a:t>K</a:t>
          </a:r>
          <a:r>
            <a:rPr lang="el-GR" sz="1400" kern="1200"/>
            <a:t>Ὠ - 2)</a:t>
          </a:r>
          <a:endParaRPr lang="en-US" sz="1400" kern="1200"/>
        </a:p>
      </dsp:txBody>
      <dsp:txXfrm>
        <a:off x="2151571" y="1747696"/>
        <a:ext cx="1462080" cy="855944"/>
      </dsp:txXfrm>
    </dsp:sp>
    <dsp:sp modelId="{18DAD26B-35AC-4E54-B85F-CD811789D038}">
      <dsp:nvSpPr>
        <dsp:cNvPr id="0" name=""/>
        <dsp:cNvSpPr/>
      </dsp:nvSpPr>
      <dsp:spPr>
        <a:xfrm rot="10800000">
          <a:off x="1670339" y="1987766"/>
          <a:ext cx="321252" cy="375804"/>
        </a:xfrm>
        <a:prstGeom prst="rightArrow">
          <a:avLst>
            <a:gd name="adj1" fmla="val 60000"/>
            <a:gd name="adj2" fmla="val 50000"/>
          </a:avLst>
        </a:prstGeom>
        <a:solidFill>
          <a:schemeClr val="accent5">
            <a:hueOff val="-7450407"/>
            <a:satOff val="29858"/>
            <a:lumOff val="6471"/>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1766715" y="2062927"/>
        <a:ext cx="224876" cy="225482"/>
      </dsp:txXfrm>
    </dsp:sp>
    <dsp:sp modelId="{D6ABD053-D788-4EA6-8805-C8855BBC177C}">
      <dsp:nvSpPr>
        <dsp:cNvPr id="0" name=""/>
        <dsp:cNvSpPr/>
      </dsp:nvSpPr>
      <dsp:spPr>
        <a:xfrm>
          <a:off x="3465" y="1721066"/>
          <a:ext cx="1515340" cy="909204"/>
        </a:xfrm>
        <a:prstGeom prst="roundRect">
          <a:avLst>
            <a:gd name="adj" fmla="val 10000"/>
          </a:avLst>
        </a:prstGeom>
        <a:solidFill>
          <a:schemeClr val="accent5">
            <a:hueOff val="-7726349"/>
            <a:satOff val="30964"/>
            <a:lumOff val="6711"/>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l-GR" sz="1400" kern="1200"/>
            <a:t>8. </a:t>
          </a:r>
          <a:r>
            <a:rPr lang="en-US" sz="1400" kern="1200"/>
            <a:t>Ceramic capacitor(0.01uF) – 1</a:t>
          </a:r>
        </a:p>
      </dsp:txBody>
      <dsp:txXfrm>
        <a:off x="30095" y="1747696"/>
        <a:ext cx="1462080" cy="855944"/>
      </dsp:txXfrm>
    </dsp:sp>
    <dsp:sp modelId="{4856608C-7EE8-4074-AF39-2A9C3A4C66AE}">
      <dsp:nvSpPr>
        <dsp:cNvPr id="0" name=""/>
        <dsp:cNvSpPr/>
      </dsp:nvSpPr>
      <dsp:spPr>
        <a:xfrm rot="5400000">
          <a:off x="600509" y="2736344"/>
          <a:ext cx="321252" cy="375804"/>
        </a:xfrm>
        <a:prstGeom prst="rightArrow">
          <a:avLst>
            <a:gd name="adj1" fmla="val 60000"/>
            <a:gd name="adj2" fmla="val 50000"/>
          </a:avLst>
        </a:prstGeom>
        <a:solidFill>
          <a:schemeClr val="accent5">
            <a:hueOff val="-8692142"/>
            <a:satOff val="34835"/>
            <a:lumOff val="7549"/>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648394" y="2763620"/>
        <a:ext cx="225482" cy="224876"/>
      </dsp:txXfrm>
    </dsp:sp>
    <dsp:sp modelId="{375D8EBD-7D02-4B25-A5E8-FDAE70A6F59C}">
      <dsp:nvSpPr>
        <dsp:cNvPr id="0" name=""/>
        <dsp:cNvSpPr/>
      </dsp:nvSpPr>
      <dsp:spPr>
        <a:xfrm>
          <a:off x="3465" y="3236407"/>
          <a:ext cx="1515340" cy="909204"/>
        </a:xfrm>
        <a:prstGeom prst="roundRect">
          <a:avLst>
            <a:gd name="adj" fmla="val 10000"/>
          </a:avLst>
        </a:prstGeom>
        <a:solidFill>
          <a:schemeClr val="accent5">
            <a:hueOff val="-8830112"/>
            <a:satOff val="35388"/>
            <a:lumOff val="766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9. ESP8266 CH340 NodeMCU Wifi Module Lua V3</a:t>
          </a:r>
        </a:p>
      </dsp:txBody>
      <dsp:txXfrm>
        <a:off x="30095" y="3263037"/>
        <a:ext cx="1462080" cy="855944"/>
      </dsp:txXfrm>
    </dsp:sp>
    <dsp:sp modelId="{9298F3A5-A1F4-4FDE-B55A-601E45302B46}">
      <dsp:nvSpPr>
        <dsp:cNvPr id="0" name=""/>
        <dsp:cNvSpPr/>
      </dsp:nvSpPr>
      <dsp:spPr>
        <a:xfrm>
          <a:off x="1652155" y="3503106"/>
          <a:ext cx="321252" cy="375804"/>
        </a:xfrm>
        <a:prstGeom prst="rightArrow">
          <a:avLst>
            <a:gd name="adj1" fmla="val 60000"/>
            <a:gd name="adj2" fmla="val 50000"/>
          </a:avLst>
        </a:prstGeom>
        <a:solidFill>
          <a:schemeClr val="accent5">
            <a:hueOff val="-9933876"/>
            <a:satOff val="39811"/>
            <a:lumOff val="8628"/>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652155" y="3578267"/>
        <a:ext cx="224876" cy="225482"/>
      </dsp:txXfrm>
    </dsp:sp>
    <dsp:sp modelId="{6DE32426-9A70-422C-A93A-77A3376D5944}">
      <dsp:nvSpPr>
        <dsp:cNvPr id="0" name=""/>
        <dsp:cNvSpPr/>
      </dsp:nvSpPr>
      <dsp:spPr>
        <a:xfrm>
          <a:off x="2124941" y="3236407"/>
          <a:ext cx="1515340" cy="909204"/>
        </a:xfrm>
        <a:prstGeom prst="roundRect">
          <a:avLst>
            <a:gd name="adj" fmla="val 10000"/>
          </a:avLst>
        </a:prstGeom>
        <a:solidFill>
          <a:schemeClr val="accent5">
            <a:hueOff val="-9933876"/>
            <a:satOff val="39811"/>
            <a:lumOff val="862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10. Breadboard</a:t>
          </a:r>
        </a:p>
      </dsp:txBody>
      <dsp:txXfrm>
        <a:off x="2151571" y="3263037"/>
        <a:ext cx="1462080" cy="8559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204065-BF55-4D04-B595-6E1DA9516B41}">
      <dsp:nvSpPr>
        <dsp:cNvPr id="0" name=""/>
        <dsp:cNvSpPr/>
      </dsp:nvSpPr>
      <dsp:spPr>
        <a:xfrm>
          <a:off x="4550106" y="1563"/>
          <a:ext cx="815726" cy="81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Personal safety alarms</a:t>
          </a:r>
        </a:p>
      </dsp:txBody>
      <dsp:txXfrm>
        <a:off x="4550106" y="1563"/>
        <a:ext cx="815726" cy="815726"/>
      </dsp:txXfrm>
    </dsp:sp>
    <dsp:sp modelId="{3B736D97-0DD1-4042-8871-13F78AC44B08}">
      <dsp:nvSpPr>
        <dsp:cNvPr id="0" name=""/>
        <dsp:cNvSpPr/>
      </dsp:nvSpPr>
      <dsp:spPr>
        <a:xfrm>
          <a:off x="1999169" y="44656"/>
          <a:ext cx="4231261" cy="4231261"/>
        </a:xfrm>
        <a:prstGeom prst="circularArrow">
          <a:avLst>
            <a:gd name="adj1" fmla="val 3759"/>
            <a:gd name="adj2" fmla="val 234539"/>
            <a:gd name="adj3" fmla="val 19828256"/>
            <a:gd name="adj4" fmla="val 18604387"/>
            <a:gd name="adj5" fmla="val 438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BE0A21-F4A2-436F-9B0A-CBDFB7651A57}">
      <dsp:nvSpPr>
        <dsp:cNvPr id="0" name=""/>
        <dsp:cNvSpPr/>
      </dsp:nvSpPr>
      <dsp:spPr>
        <a:xfrm>
          <a:off x="5601522" y="1319997"/>
          <a:ext cx="815726" cy="81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Public emergency systems</a:t>
          </a:r>
        </a:p>
      </dsp:txBody>
      <dsp:txXfrm>
        <a:off x="5601522" y="1319997"/>
        <a:ext cx="815726" cy="815726"/>
      </dsp:txXfrm>
    </dsp:sp>
    <dsp:sp modelId="{C1C18802-F66F-4E47-9230-D0D919EF285F}">
      <dsp:nvSpPr>
        <dsp:cNvPr id="0" name=""/>
        <dsp:cNvSpPr/>
      </dsp:nvSpPr>
      <dsp:spPr>
        <a:xfrm>
          <a:off x="1999169" y="44656"/>
          <a:ext cx="4231261" cy="4231261"/>
        </a:xfrm>
        <a:prstGeom prst="circularArrow">
          <a:avLst>
            <a:gd name="adj1" fmla="val 3759"/>
            <a:gd name="adj2" fmla="val 234539"/>
            <a:gd name="adj3" fmla="val 1231365"/>
            <a:gd name="adj4" fmla="val 21556546"/>
            <a:gd name="adj5" fmla="val 438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7F9978-972E-475F-B542-B95FD72364BA}">
      <dsp:nvSpPr>
        <dsp:cNvPr id="0" name=""/>
        <dsp:cNvSpPr/>
      </dsp:nvSpPr>
      <dsp:spPr>
        <a:xfrm>
          <a:off x="5226276" y="2964056"/>
          <a:ext cx="815726" cy="81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Bank or shop security alerts</a:t>
          </a:r>
        </a:p>
      </dsp:txBody>
      <dsp:txXfrm>
        <a:off x="5226276" y="2964056"/>
        <a:ext cx="815726" cy="815726"/>
      </dsp:txXfrm>
    </dsp:sp>
    <dsp:sp modelId="{CB22AD07-64D1-4601-8514-9F23630A222D}">
      <dsp:nvSpPr>
        <dsp:cNvPr id="0" name=""/>
        <dsp:cNvSpPr/>
      </dsp:nvSpPr>
      <dsp:spPr>
        <a:xfrm>
          <a:off x="1999169" y="44656"/>
          <a:ext cx="4231261" cy="4231261"/>
        </a:xfrm>
        <a:prstGeom prst="circularArrow">
          <a:avLst>
            <a:gd name="adj1" fmla="val 3759"/>
            <a:gd name="adj2" fmla="val 234539"/>
            <a:gd name="adj3" fmla="val 4438539"/>
            <a:gd name="adj4" fmla="val 3306819"/>
            <a:gd name="adj5" fmla="val 438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B1FF2E-8A61-4B73-914A-9FA8CC228743}">
      <dsp:nvSpPr>
        <dsp:cNvPr id="0" name=""/>
        <dsp:cNvSpPr/>
      </dsp:nvSpPr>
      <dsp:spPr>
        <a:xfrm>
          <a:off x="3706936" y="3695732"/>
          <a:ext cx="815726" cy="81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Used in homes for emergency alerts. </a:t>
          </a:r>
        </a:p>
      </dsp:txBody>
      <dsp:txXfrm>
        <a:off x="3706936" y="3695732"/>
        <a:ext cx="815726" cy="815726"/>
      </dsp:txXfrm>
    </dsp:sp>
    <dsp:sp modelId="{174C9B35-59B8-4EB5-AFB2-C9EA50F00EA7}">
      <dsp:nvSpPr>
        <dsp:cNvPr id="0" name=""/>
        <dsp:cNvSpPr/>
      </dsp:nvSpPr>
      <dsp:spPr>
        <a:xfrm>
          <a:off x="1999169" y="44656"/>
          <a:ext cx="4231261" cy="4231261"/>
        </a:xfrm>
        <a:prstGeom prst="circularArrow">
          <a:avLst>
            <a:gd name="adj1" fmla="val 3759"/>
            <a:gd name="adj2" fmla="val 234539"/>
            <a:gd name="adj3" fmla="val 7258642"/>
            <a:gd name="adj4" fmla="val 6126923"/>
            <a:gd name="adj5" fmla="val 438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ECD257-7A73-48AF-958A-910F0CA73CB3}">
      <dsp:nvSpPr>
        <dsp:cNvPr id="0" name=""/>
        <dsp:cNvSpPr/>
      </dsp:nvSpPr>
      <dsp:spPr>
        <a:xfrm>
          <a:off x="2187596" y="2964056"/>
          <a:ext cx="815726" cy="81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Useful in elderly care to request quick help.</a:t>
          </a:r>
        </a:p>
      </dsp:txBody>
      <dsp:txXfrm>
        <a:off x="2187596" y="2964056"/>
        <a:ext cx="815726" cy="815726"/>
      </dsp:txXfrm>
    </dsp:sp>
    <dsp:sp modelId="{231DD8BF-1EC6-4CD4-9E99-842BA0DD9113}">
      <dsp:nvSpPr>
        <dsp:cNvPr id="0" name=""/>
        <dsp:cNvSpPr/>
      </dsp:nvSpPr>
      <dsp:spPr>
        <a:xfrm>
          <a:off x="1999169" y="44656"/>
          <a:ext cx="4231261" cy="4231261"/>
        </a:xfrm>
        <a:prstGeom prst="circularArrow">
          <a:avLst>
            <a:gd name="adj1" fmla="val 3759"/>
            <a:gd name="adj2" fmla="val 234539"/>
            <a:gd name="adj3" fmla="val 10670129"/>
            <a:gd name="adj4" fmla="val 9334096"/>
            <a:gd name="adj5" fmla="val 438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B51F8A-5D5B-4750-A464-4AC7B99160F5}">
      <dsp:nvSpPr>
        <dsp:cNvPr id="0" name=""/>
        <dsp:cNvSpPr/>
      </dsp:nvSpPr>
      <dsp:spPr>
        <a:xfrm>
          <a:off x="1812351" y="1354592"/>
          <a:ext cx="815726" cy="746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Helpful in schools or hospitals for instant emergency notification.</a:t>
          </a:r>
        </a:p>
      </dsp:txBody>
      <dsp:txXfrm>
        <a:off x="1812351" y="1354592"/>
        <a:ext cx="815726" cy="746536"/>
      </dsp:txXfrm>
    </dsp:sp>
    <dsp:sp modelId="{7A3FA554-04FE-4ABB-9FC2-951E289ADEF3}">
      <dsp:nvSpPr>
        <dsp:cNvPr id="0" name=""/>
        <dsp:cNvSpPr/>
      </dsp:nvSpPr>
      <dsp:spPr>
        <a:xfrm>
          <a:off x="1626945" y="44656"/>
          <a:ext cx="4975709" cy="4231261"/>
        </a:xfrm>
        <a:prstGeom prst="circularArrow">
          <a:avLst>
            <a:gd name="adj1" fmla="val 3759"/>
            <a:gd name="adj2" fmla="val 234539"/>
            <a:gd name="adj3" fmla="val 13561074"/>
            <a:gd name="adj4" fmla="val 12269647"/>
            <a:gd name="adj5" fmla="val 438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C9D0EB-B322-4F4D-9F8C-88808C965F96}">
      <dsp:nvSpPr>
        <dsp:cNvPr id="0" name=""/>
        <dsp:cNvSpPr/>
      </dsp:nvSpPr>
      <dsp:spPr>
        <a:xfrm>
          <a:off x="2863766" y="1563"/>
          <a:ext cx="815726" cy="81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Can be placed at security desks or entrances to raise alerts quickly</a:t>
          </a:r>
        </a:p>
      </dsp:txBody>
      <dsp:txXfrm>
        <a:off x="2863766" y="1563"/>
        <a:ext cx="815726" cy="815726"/>
      </dsp:txXfrm>
    </dsp:sp>
    <dsp:sp modelId="{4436372A-E7D7-461C-937F-6A8819B51AA4}">
      <dsp:nvSpPr>
        <dsp:cNvPr id="0" name=""/>
        <dsp:cNvSpPr/>
      </dsp:nvSpPr>
      <dsp:spPr>
        <a:xfrm>
          <a:off x="1999169" y="44656"/>
          <a:ext cx="4231261" cy="4231261"/>
        </a:xfrm>
        <a:prstGeom prst="circularArrow">
          <a:avLst>
            <a:gd name="adj1" fmla="val 3759"/>
            <a:gd name="adj2" fmla="val 234539"/>
            <a:gd name="adj3" fmla="val 16742116"/>
            <a:gd name="adj4" fmla="val 15423345"/>
            <a:gd name="adj5" fmla="val 438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A0C84C-F1F9-4E44-8CF2-F0F7764868CA}">
      <dsp:nvSpPr>
        <dsp:cNvPr id="0" name=""/>
        <dsp:cNvSpPr/>
      </dsp:nvSpPr>
      <dsp:spPr>
        <a:xfrm>
          <a:off x="616935" y="1100"/>
          <a:ext cx="921683" cy="92168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5B21BA-A595-4D81-96EC-6AF652DA42A0}">
      <dsp:nvSpPr>
        <dsp:cNvPr id="0" name=""/>
        <dsp:cNvSpPr/>
      </dsp:nvSpPr>
      <dsp:spPr>
        <a:xfrm>
          <a:off x="810488" y="194654"/>
          <a:ext cx="534576" cy="5345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5B3DAF-B021-4BE6-84EB-ACAD9FBB8A4C}">
      <dsp:nvSpPr>
        <dsp:cNvPr id="0" name=""/>
        <dsp:cNvSpPr/>
      </dsp:nvSpPr>
      <dsp:spPr>
        <a:xfrm>
          <a:off x="1736122" y="110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Low-cost and easy to build.</a:t>
          </a:r>
        </a:p>
      </dsp:txBody>
      <dsp:txXfrm>
        <a:off x="1736122" y="1100"/>
        <a:ext cx="2172539" cy="921683"/>
      </dsp:txXfrm>
    </dsp:sp>
    <dsp:sp modelId="{21B613C9-F30F-461E-B717-9A4DCDA68FFD}">
      <dsp:nvSpPr>
        <dsp:cNvPr id="0" name=""/>
        <dsp:cNvSpPr/>
      </dsp:nvSpPr>
      <dsp:spPr>
        <a:xfrm>
          <a:off x="4287209" y="1100"/>
          <a:ext cx="921683" cy="92168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E76ABE-C1B6-4115-86E1-1D12D55FB5F7}">
      <dsp:nvSpPr>
        <dsp:cNvPr id="0" name=""/>
        <dsp:cNvSpPr/>
      </dsp:nvSpPr>
      <dsp:spPr>
        <a:xfrm>
          <a:off x="4480763" y="194654"/>
          <a:ext cx="534576" cy="5345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CB89396-5515-483E-B63A-47EB8AE723F4}">
      <dsp:nvSpPr>
        <dsp:cNvPr id="0" name=""/>
        <dsp:cNvSpPr/>
      </dsp:nvSpPr>
      <dsp:spPr>
        <a:xfrm>
          <a:off x="5406396" y="110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Uses simple electronic components (555 IC, push button, buzzer).</a:t>
          </a:r>
        </a:p>
      </dsp:txBody>
      <dsp:txXfrm>
        <a:off x="5406396" y="1100"/>
        <a:ext cx="2172539" cy="921683"/>
      </dsp:txXfrm>
    </dsp:sp>
    <dsp:sp modelId="{580A415C-38F6-4ACA-A3E3-01694C589E66}">
      <dsp:nvSpPr>
        <dsp:cNvPr id="0" name=""/>
        <dsp:cNvSpPr/>
      </dsp:nvSpPr>
      <dsp:spPr>
        <a:xfrm>
          <a:off x="616935" y="1635560"/>
          <a:ext cx="921683" cy="92168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4C5235-1795-425E-A273-3CC60B54CFAC}">
      <dsp:nvSpPr>
        <dsp:cNvPr id="0" name=""/>
        <dsp:cNvSpPr/>
      </dsp:nvSpPr>
      <dsp:spPr>
        <a:xfrm>
          <a:off x="810488" y="1829114"/>
          <a:ext cx="534576" cy="5345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65BD55-E1A4-49DF-AAC0-52F7C779A28D}">
      <dsp:nvSpPr>
        <dsp:cNvPr id="0" name=""/>
        <dsp:cNvSpPr/>
      </dsp:nvSpPr>
      <dsp:spPr>
        <a:xfrm>
          <a:off x="1736122" y="163556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Can send remote alerts using NodeMCU via Wi-Fi.</a:t>
          </a:r>
        </a:p>
      </dsp:txBody>
      <dsp:txXfrm>
        <a:off x="1736122" y="1635560"/>
        <a:ext cx="2172539" cy="921683"/>
      </dsp:txXfrm>
    </dsp:sp>
    <dsp:sp modelId="{2D3140C6-7BA7-4C7B-924C-E911EECADEF6}">
      <dsp:nvSpPr>
        <dsp:cNvPr id="0" name=""/>
        <dsp:cNvSpPr/>
      </dsp:nvSpPr>
      <dsp:spPr>
        <a:xfrm>
          <a:off x="4287209" y="1635560"/>
          <a:ext cx="921683" cy="92168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6EBEB6-5568-4941-BCCB-E88504C7C113}">
      <dsp:nvSpPr>
        <dsp:cNvPr id="0" name=""/>
        <dsp:cNvSpPr/>
      </dsp:nvSpPr>
      <dsp:spPr>
        <a:xfrm>
          <a:off x="4480763" y="1829114"/>
          <a:ext cx="534576" cy="5345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BFED6E-6E1E-4E94-BC56-68AED32B994B}">
      <dsp:nvSpPr>
        <dsp:cNvPr id="0" name=""/>
        <dsp:cNvSpPr/>
      </dsp:nvSpPr>
      <dsp:spPr>
        <a:xfrm>
          <a:off x="5406396" y="163556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Works instantly when the button is pressed.</a:t>
          </a:r>
        </a:p>
      </dsp:txBody>
      <dsp:txXfrm>
        <a:off x="5406396" y="1635560"/>
        <a:ext cx="2172539" cy="921683"/>
      </dsp:txXfrm>
    </dsp:sp>
    <dsp:sp modelId="{1CC2DB58-97C6-48B4-8866-656C71E94DBA}">
      <dsp:nvSpPr>
        <dsp:cNvPr id="0" name=""/>
        <dsp:cNvSpPr/>
      </dsp:nvSpPr>
      <dsp:spPr>
        <a:xfrm>
          <a:off x="616935" y="3270020"/>
          <a:ext cx="921683" cy="92168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4B8C9D-1116-4E15-9CBA-767AB3AF83CB}">
      <dsp:nvSpPr>
        <dsp:cNvPr id="0" name=""/>
        <dsp:cNvSpPr/>
      </dsp:nvSpPr>
      <dsp:spPr>
        <a:xfrm>
          <a:off x="810488" y="3463574"/>
          <a:ext cx="534576" cy="53457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EA6656-FD33-4EB0-871A-89055F06AF30}">
      <dsp:nvSpPr>
        <dsp:cNvPr id="0" name=""/>
        <dsp:cNvSpPr/>
      </dsp:nvSpPr>
      <dsp:spPr>
        <a:xfrm>
          <a:off x="1736122" y="327002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Can be powered with a simple 9V battery.</a:t>
          </a:r>
        </a:p>
      </dsp:txBody>
      <dsp:txXfrm>
        <a:off x="1736122" y="3270020"/>
        <a:ext cx="2172539" cy="9216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69942-9545-435D-A6CB-63F9998358C6}">
      <dsp:nvSpPr>
        <dsp:cNvPr id="0" name=""/>
        <dsp:cNvSpPr/>
      </dsp:nvSpPr>
      <dsp:spPr>
        <a:xfrm rot="16200000">
          <a:off x="673" y="257906"/>
          <a:ext cx="3835524" cy="3835524"/>
        </a:xfrm>
        <a:prstGeom prst="downArrow">
          <a:avLst>
            <a:gd name="adj1" fmla="val 50000"/>
            <a:gd name="adj2" fmla="val 35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i="1" kern="1200" dirty="0">
              <a:latin typeface="Times New Roman" panose="02020603050405020304" pitchFamily="18" charset="0"/>
              <a:cs typeface="Times New Roman" panose="02020603050405020304" pitchFamily="18" charset="0"/>
            </a:rPr>
            <a:t>Panic alarm have been for many years been widely used for a range of security risks across a variety of industries. Traditionally panic button are fixed devices either liked to monitoring stations or emergency services, but the functionality, flexibility and mobility can be enhanced. </a:t>
          </a:r>
          <a:endParaRPr lang="en-US" sz="1200" kern="1200" dirty="0">
            <a:latin typeface="Times New Roman" panose="02020603050405020304" pitchFamily="18" charset="0"/>
            <a:cs typeface="Times New Roman" panose="02020603050405020304" pitchFamily="18" charset="0"/>
          </a:endParaRPr>
        </a:p>
      </dsp:txBody>
      <dsp:txXfrm rot="5400000">
        <a:off x="674" y="1216787"/>
        <a:ext cx="3164307" cy="1917762"/>
      </dsp:txXfrm>
    </dsp:sp>
    <dsp:sp modelId="{DFB53CDD-AA85-453C-B688-B0F6AACFBA12}">
      <dsp:nvSpPr>
        <dsp:cNvPr id="0" name=""/>
        <dsp:cNvSpPr/>
      </dsp:nvSpPr>
      <dsp:spPr>
        <a:xfrm rot="5400000">
          <a:off x="4050502" y="257906"/>
          <a:ext cx="3835524" cy="3835524"/>
        </a:xfrm>
        <a:prstGeom prst="downArrow">
          <a:avLst>
            <a:gd name="adj1" fmla="val 50000"/>
            <a:gd name="adj2" fmla="val 3500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i="1" kern="1200" dirty="0">
              <a:latin typeface="Times New Roman" panose="02020603050405020304" pitchFamily="18" charset="0"/>
              <a:cs typeface="Times New Roman" panose="02020603050405020304" pitchFamily="18" charset="0"/>
            </a:rPr>
            <a:t>Smart panic alarm system can be worn discreetly, making them fully mobile. They can include GPS tracking technology allowing ‘arrived safety’ messages to be sent in a single click. If an arrival notification is not received at the expected time an alert is sent to the pre-assigned contact. They can also be used to trigger flashlights, open or close curtains or blinds, can lock exit doors. So any safety measures like this can be integrated with the smart panic alarm system</a:t>
          </a:r>
          <a:r>
            <a:rPr lang="en-US" sz="1200" i="1" kern="1200" dirty="0"/>
            <a:t>. </a:t>
          </a:r>
          <a:endParaRPr lang="en-US" sz="1200" kern="1200" dirty="0"/>
        </a:p>
      </dsp:txBody>
      <dsp:txXfrm rot="-5400000">
        <a:off x="4721720" y="1216787"/>
        <a:ext cx="3164307" cy="1917762"/>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85341" y="365125"/>
            <a:ext cx="3630007" cy="1807305"/>
          </a:xfrm>
        </p:spPr>
        <p:txBody>
          <a:bodyPr>
            <a:normAutofit/>
          </a:bodyPr>
          <a:lstStyle/>
          <a:p>
            <a:r>
              <a:rPr lang="en-US">
                <a:latin typeface="Times New Roman" panose="02020603050405020304" pitchFamily="18" charset="0"/>
                <a:cs typeface="Times New Roman" panose="02020603050405020304" pitchFamily="18" charset="0"/>
              </a:rPr>
              <a:t>Panic Alarm Circuit</a:t>
            </a:r>
          </a:p>
        </p:txBody>
      </p:sp>
      <p:pic>
        <p:nvPicPr>
          <p:cNvPr id="4" name="Picture Placeholder 44">
            <a:extLst>
              <a:ext uri="{FF2B5EF4-FFF2-40B4-BE49-F238E27FC236}">
                <a16:creationId xmlns:a16="http://schemas.microsoft.com/office/drawing/2014/main" id="{75E639F6-8D7D-19FF-3B10-609F89027E1D}"/>
              </a:ext>
            </a:extLst>
          </p:cNvPr>
          <p:cNvPicPr>
            <a:picLocks noChangeAspect="1"/>
          </p:cNvPicPr>
          <p:nvPr/>
        </p:nvPicPr>
        <p:blipFill>
          <a:blip r:embed="rId2">
            <a:extLst>
              <a:ext uri="{28A0092B-C50C-407E-A947-70E740481C1C}">
                <a14:useLocalDpi xmlns:a14="http://schemas.microsoft.com/office/drawing/2010/main" val="0"/>
              </a:ext>
            </a:extLst>
          </a:blip>
          <a:srcRect l="8150" r="2662"/>
          <a:stretch>
            <a:fillRect/>
          </a:stretch>
        </p:blipFill>
        <p:spPr>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p:cNvSpPr>
            <a:spLocks noGrp="1"/>
          </p:cNvSpPr>
          <p:nvPr>
            <p:ph idx="1"/>
          </p:nvPr>
        </p:nvSpPr>
        <p:spPr>
          <a:xfrm>
            <a:off x="4452257" y="2333297"/>
            <a:ext cx="4063091" cy="3076903"/>
          </a:xfrm>
        </p:spPr>
        <p:txBody>
          <a:bodyPr>
            <a:normAutofit/>
          </a:bodyPr>
          <a:lstStyle/>
          <a:p>
            <a:r>
              <a:rPr lang="en-US" sz="2100" b="1" dirty="0">
                <a:latin typeface="Times New Roman" panose="02020603050405020304" pitchFamily="18" charset="0"/>
                <a:cs typeface="Times New Roman" panose="02020603050405020304" pitchFamily="18" charset="0"/>
              </a:rPr>
              <a:t>Presented by:</a:t>
            </a:r>
          </a:p>
          <a:p>
            <a:pPr marL="0" indent="0">
              <a:buNone/>
            </a:pPr>
            <a:r>
              <a:rPr lang="en-US" sz="2000" dirty="0">
                <a:latin typeface="Times New Roman" panose="02020603050405020304" pitchFamily="18" charset="0"/>
                <a:cs typeface="Times New Roman" panose="02020603050405020304" pitchFamily="18" charset="0"/>
              </a:rPr>
              <a:t>Dipra Kar : 22-46336-1</a:t>
            </a:r>
          </a:p>
          <a:p>
            <a:pPr marL="0" indent="0">
              <a:buNone/>
            </a:pPr>
            <a:r>
              <a:rPr lang="en-US" sz="2000" dirty="0">
                <a:latin typeface="Times New Roman" panose="02020603050405020304" pitchFamily="18" charset="0"/>
                <a:cs typeface="Times New Roman" panose="02020603050405020304" pitchFamily="18" charset="0"/>
              </a:rPr>
              <a:t>MD. Arafat Islam :  22-46436-1</a:t>
            </a:r>
          </a:p>
          <a:p>
            <a:pPr marL="0" indent="0">
              <a:buNone/>
            </a:pPr>
            <a:r>
              <a:rPr lang="en-US" sz="2000" dirty="0">
                <a:latin typeface="Times New Roman" panose="02020603050405020304" pitchFamily="18" charset="0"/>
                <a:cs typeface="Times New Roman" panose="02020603050405020304" pitchFamily="18" charset="0"/>
              </a:rPr>
              <a:t>Shreya Chakraborty : 23-51756-2  </a:t>
            </a:r>
          </a:p>
          <a:p>
            <a:pPr marL="0" indent="0">
              <a:buNone/>
            </a:pPr>
            <a:r>
              <a:rPr lang="en-US" sz="2000" dirty="0">
                <a:latin typeface="Times New Roman" panose="02020603050405020304" pitchFamily="18" charset="0"/>
                <a:cs typeface="Times New Roman" panose="02020603050405020304" pitchFamily="18" charset="0"/>
              </a:rPr>
              <a:t>MD. Fahad Islam </a:t>
            </a:r>
            <a:r>
              <a:rPr lang="en-US" sz="2000" dirty="0" err="1">
                <a:latin typeface="Times New Roman" panose="02020603050405020304" pitchFamily="18" charset="0"/>
                <a:cs typeface="Times New Roman" panose="02020603050405020304" pitchFamily="18" charset="0"/>
              </a:rPr>
              <a:t>Togor</a:t>
            </a:r>
            <a:r>
              <a:rPr lang="en-US" sz="2000" dirty="0">
                <a:latin typeface="Times New Roman" panose="02020603050405020304" pitchFamily="18" charset="0"/>
                <a:cs typeface="Times New Roman" panose="02020603050405020304" pitchFamily="18" charset="0"/>
              </a:rPr>
              <a:t> : 23-50688-1</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Fuad Hasan : 23-51947-2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33603" y="1643743"/>
            <a:ext cx="3938487" cy="2558143"/>
          </a:xfrm>
        </p:spPr>
        <p:txBody>
          <a:bodyPr>
            <a:normAutofit/>
          </a:bodyPr>
          <a:lstStyle/>
          <a:p>
            <a:r>
              <a:rPr lang="en-US" dirty="0">
                <a:latin typeface="Times New Roman" panose="02020603050405020304" pitchFamily="18" charset="0"/>
                <a:cs typeface="Times New Roman" panose="02020603050405020304" pitchFamily="18" charset="0"/>
              </a:rPr>
              <a:t>What is a Panic Alarm?</a:t>
            </a:r>
          </a:p>
        </p:txBody>
      </p:sp>
      <p:pic>
        <p:nvPicPr>
          <p:cNvPr id="14" name="Picture 13" descr="Red alarm light with people on the background">
            <a:extLst>
              <a:ext uri="{FF2B5EF4-FFF2-40B4-BE49-F238E27FC236}">
                <a16:creationId xmlns:a16="http://schemas.microsoft.com/office/drawing/2014/main" id="{3A01CDF0-C113-4908-6AB6-6F66BB8806F1}"/>
              </a:ext>
            </a:extLst>
          </p:cNvPr>
          <p:cNvPicPr>
            <a:picLocks noChangeAspect="1"/>
          </p:cNvPicPr>
          <p:nvPr/>
        </p:nvPicPr>
        <p:blipFill>
          <a:blip r:embed="rId2"/>
          <a:srcRect l="33978" r="22494" b="-1"/>
          <a:stretch>
            <a:fillRect/>
          </a:stretch>
        </p:blipFill>
        <p:spPr>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33603" y="1976211"/>
            <a:ext cx="3938487" cy="1807305"/>
          </a:xfrm>
        </p:spPr>
        <p:txBody>
          <a:bodyPr>
            <a:normAutofit/>
          </a:bodyPr>
          <a:lstStyle/>
          <a:p>
            <a:r>
              <a:rPr lang="en-US" dirty="0">
                <a:latin typeface="Times New Roman" panose="02020603050405020304" pitchFamily="18" charset="0"/>
                <a:cs typeface="Times New Roman" panose="02020603050405020304" pitchFamily="18" charset="0"/>
              </a:rPr>
              <a:t>Main aim of the project </a:t>
            </a:r>
          </a:p>
        </p:txBody>
      </p:sp>
      <p:pic>
        <p:nvPicPr>
          <p:cNvPr id="5" name="Picture 4" descr="A finger pointing on a tablet with green neon lights">
            <a:extLst>
              <a:ext uri="{FF2B5EF4-FFF2-40B4-BE49-F238E27FC236}">
                <a16:creationId xmlns:a16="http://schemas.microsoft.com/office/drawing/2014/main" id="{E58F159B-04AA-D752-189E-FAB161D01EB5}"/>
              </a:ext>
            </a:extLst>
          </p:cNvPr>
          <p:cNvPicPr>
            <a:picLocks noChangeAspect="1"/>
          </p:cNvPicPr>
          <p:nvPr/>
        </p:nvPicPr>
        <p:blipFill>
          <a:blip r:embed="rId2"/>
          <a:srcRect l="16320" r="40152" b="-1"/>
          <a:stretch>
            <a:fillRect/>
          </a:stretch>
        </p:blipFill>
        <p:spPr>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5CC01EC-8CA6-F193-F039-B308850D1751}"/>
              </a:ext>
            </a:extLst>
          </p:cNvPr>
          <p:cNvPicPr>
            <a:picLocks noChangeAspect="1"/>
          </p:cNvPicPr>
          <p:nvPr/>
        </p:nvPicPr>
        <p:blipFill>
          <a:blip r:embed="rId2">
            <a:duotone>
              <a:schemeClr val="bg2">
                <a:shade val="45000"/>
                <a:satMod val="135000"/>
              </a:schemeClr>
              <a:prstClr val="white"/>
            </a:duotone>
          </a:blip>
          <a:srcRect t="4004" r="9091" b="27814"/>
          <a:stretch>
            <a:fillRect/>
          </a:stretch>
        </p:blipFill>
        <p:spPr>
          <a:xfrm>
            <a:off x="20" y="10"/>
            <a:ext cx="9143980" cy="6857990"/>
          </a:xfrm>
          <a:prstGeom prst="rect">
            <a:avLst/>
          </a:prstGeom>
        </p:spPr>
      </p:pic>
      <p:sp>
        <p:nvSpPr>
          <p:cNvPr id="29" name="Rectangle 2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vert="horz" lIns="91440" tIns="45720" rIns="91440" bIns="45720" rtlCol="0">
            <a:normAutofit/>
          </a:bodyPr>
          <a:lstStyle/>
          <a:p>
            <a:pPr defTabSz="914400"/>
            <a:r>
              <a:rPr lang="en-US" dirty="0">
                <a:latin typeface="Times New Roman" panose="02020603050405020304" pitchFamily="18" charset="0"/>
                <a:cs typeface="Times New Roman" panose="02020603050405020304" pitchFamily="18" charset="0"/>
              </a:rPr>
              <a:t>Component List</a:t>
            </a:r>
          </a:p>
        </p:txBody>
      </p:sp>
      <p:graphicFrame>
        <p:nvGraphicFramePr>
          <p:cNvPr id="17" name="Content Placeholder 2">
            <a:extLst>
              <a:ext uri="{FF2B5EF4-FFF2-40B4-BE49-F238E27FC236}">
                <a16:creationId xmlns:a16="http://schemas.microsoft.com/office/drawing/2014/main" id="{C88D75B5-3D48-EE24-5284-B3565C9FBE50}"/>
              </a:ext>
            </a:extLst>
          </p:cNvPr>
          <p:cNvGraphicFramePr/>
          <p:nvPr>
            <p:extLst>
              <p:ext uri="{D42A27DB-BD31-4B8C-83A1-F6EECF244321}">
                <p14:modId xmlns:p14="http://schemas.microsoft.com/office/powerpoint/2010/main" val="108316163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B068B58-6F94-4AFF-A8A7-18573884D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36">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1714" cy="6862380"/>
          </a:xfrm>
          <a:prstGeom prst="rect">
            <a:avLst/>
          </a:prstGeom>
        </p:spPr>
      </p:pic>
      <p:sp>
        <p:nvSpPr>
          <p:cNvPr id="38" name="Rectangle 37">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BE5B028C-7535-45E5-9D2C-32C50D0E0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906" y="729175"/>
            <a:ext cx="8324514"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p:cNvSpPr>
            <a:spLocks noGrp="1"/>
          </p:cNvSpPr>
          <p:nvPr>
            <p:ph type="title"/>
          </p:nvPr>
        </p:nvSpPr>
        <p:spPr>
          <a:xfrm>
            <a:off x="893974" y="1847384"/>
            <a:ext cx="3747892" cy="2104130"/>
          </a:xfrm>
        </p:spPr>
        <p:txBody>
          <a:bodyPr vert="horz" lIns="91440" tIns="45720" rIns="91440" bIns="45720" rtlCol="0" anchor="b">
            <a:normAutofit/>
          </a:bodyPr>
          <a:lstStyle/>
          <a:p>
            <a:pPr defTabSz="914400"/>
            <a:r>
              <a:rPr lang="en-US" sz="4200" kern="1200" dirty="0">
                <a:latin typeface="Times New Roman" panose="02020603050405020304" pitchFamily="18" charset="0"/>
                <a:cs typeface="Times New Roman" panose="02020603050405020304" pitchFamily="18" charset="0"/>
              </a:rPr>
              <a:t>Circuit Diagram</a:t>
            </a:r>
          </a:p>
        </p:txBody>
      </p:sp>
      <p:pic>
        <p:nvPicPr>
          <p:cNvPr id="7" name="Content Placeholder 6" descr="A circuit board with wires and a circular object&#10;&#10;AI-generated content may be incorrect.">
            <a:extLst>
              <a:ext uri="{FF2B5EF4-FFF2-40B4-BE49-F238E27FC236}">
                <a16:creationId xmlns:a16="http://schemas.microsoft.com/office/drawing/2014/main" id="{F8A0306F-419C-4967-60F4-BEA8DA107610}"/>
              </a:ext>
            </a:extLst>
          </p:cNvPr>
          <p:cNvPicPr>
            <a:picLocks noChangeAspect="1"/>
          </p:cNvPicPr>
          <p:nvPr/>
        </p:nvPicPr>
        <p:blipFill>
          <a:blip r:embed="rId3"/>
          <a:srcRect l="1850" r="30967" b="1"/>
          <a:stretch>
            <a:fillRect/>
          </a:stretch>
        </p:blipFill>
        <p:spPr>
          <a:xfrm>
            <a:off x="4931805" y="895610"/>
            <a:ext cx="3667932" cy="2443150"/>
          </a:xfrm>
          <a:prstGeom prst="rect">
            <a:avLst/>
          </a:prstGeom>
        </p:spPr>
      </p:pic>
      <p:pic>
        <p:nvPicPr>
          <p:cNvPr id="5" name="Content Placeholder 4">
            <a:extLst>
              <a:ext uri="{FF2B5EF4-FFF2-40B4-BE49-F238E27FC236}">
                <a16:creationId xmlns:a16="http://schemas.microsoft.com/office/drawing/2014/main" id="{B6B769AD-7599-F06D-7EBA-7E0CCF8432B0}"/>
              </a:ext>
              <a:ext uri="{C183D7F6-B498-43B3-948B-1728B52AA6E4}">
                <adec:decorative xmlns:adec="http://schemas.microsoft.com/office/drawing/2017/decorative" val="1"/>
              </a:ext>
            </a:extLst>
          </p:cNvPr>
          <p:cNvPicPr>
            <a:picLocks noChangeAspect="1"/>
          </p:cNvPicPr>
          <p:nvPr/>
        </p:nvPicPr>
        <p:blipFill>
          <a:blip r:embed="rId4"/>
          <a:srcRect r="2" b="2048"/>
          <a:stretch>
            <a:fillRect/>
          </a:stretch>
        </p:blipFill>
        <p:spPr>
          <a:xfrm>
            <a:off x="4931805" y="3504974"/>
            <a:ext cx="3667932" cy="2443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C183D7F6-B498-43B3-948B-1728B52AA6E4}">
                <adec:decorative xmlns:adec="http://schemas.microsoft.com/office/drawing/2017/decorative" val="1"/>
              </a:ext>
            </a:extLst>
          </p:cNvPr>
          <p:cNvSpPr>
            <a:spLocks noGrp="1"/>
          </p:cNvSpPr>
          <p:nvPr>
            <p:ph type="title"/>
          </p:nvPr>
        </p:nvSpPr>
        <p:spPr>
          <a:xfrm>
            <a:off x="387710" y="836763"/>
            <a:ext cx="3465438" cy="5042264"/>
          </a:xfrm>
        </p:spPr>
        <p:txBody>
          <a:bodyPr vert="horz" lIns="91440" tIns="45720" rIns="91440" bIns="45720" rtlCol="0" anchor="b">
            <a:normAutofit fontScale="90000"/>
          </a:bodyPr>
          <a:lstStyle/>
          <a:p>
            <a:pPr algn="l" defTabSz="914400">
              <a:lnSpc>
                <a:spcPct val="90000"/>
              </a:lnSpc>
            </a:pPr>
            <a:r>
              <a:rPr lang="en-US" sz="2800" b="1" u="sng" dirty="0">
                <a:latin typeface="Times New Roman" panose="02020603050405020304" pitchFamily="18" charset="0"/>
                <a:cs typeface="Times New Roman" panose="02020603050405020304" pitchFamily="18" charset="0"/>
              </a:rPr>
              <a:t>Working Principle</a:t>
            </a:r>
            <a:br>
              <a:rPr lang="en-US" sz="2800" b="1" u="sng"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panic alarm circuit, centered around a 555 timer IC, operates on a simple principle. When the "SET" button is pressed, it triggers the 555 timer, causing it to enter an unstable mode and begin oscillating. This oscillation generates a continuous series of electrical pulses at the 555 timer's output. This output is then connected to an LED and a buzzer via a transistor. The continuous pulses cause the LED to blink and the buzzer to sound, providing a visual and audible alarm. To stop the alarm, a "RESET" button is pressed, which forces the 555 timer back into a stable state, thereby stopping the oscillations and deactivating both the LED and the buzzer</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pic>
        <p:nvPicPr>
          <p:cNvPr id="23" name="Picture 22" descr="Electronics protoboard">
            <a:extLst>
              <a:ext uri="{FF2B5EF4-FFF2-40B4-BE49-F238E27FC236}">
                <a16:creationId xmlns:a16="http://schemas.microsoft.com/office/drawing/2014/main" id="{664B4136-CFD5-5BD4-5C52-6999B13F6386}"/>
              </a:ext>
            </a:extLst>
          </p:cNvPr>
          <p:cNvPicPr>
            <a:picLocks noChangeAspect="1"/>
          </p:cNvPicPr>
          <p:nvPr/>
        </p:nvPicPr>
        <p:blipFill>
          <a:blip r:embed="rId2"/>
          <a:srcRect l="10857" r="45615" b="-1"/>
          <a:stretch>
            <a:fillRect/>
          </a:stretch>
        </p:blipFill>
        <p:spPr>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Times New Roman" panose="02020603050405020304" pitchFamily="18" charset="0"/>
                <a:cs typeface="Times New Roman" panose="02020603050405020304" pitchFamily="18" charset="0"/>
              </a:rPr>
              <a:t>Applications</a:t>
            </a:r>
          </a:p>
        </p:txBody>
      </p:sp>
      <p:graphicFrame>
        <p:nvGraphicFramePr>
          <p:cNvPr id="5" name="Content Placeholder 2">
            <a:extLst>
              <a:ext uri="{FF2B5EF4-FFF2-40B4-BE49-F238E27FC236}">
                <a16:creationId xmlns:a16="http://schemas.microsoft.com/office/drawing/2014/main" id="{E9260AAA-1AA3-3F83-10FD-9B4A7A885DE8}"/>
              </a:ext>
            </a:extLst>
          </p:cNvPr>
          <p:cNvGraphicFramePr>
            <a:graphicFrameLocks noGrp="1"/>
          </p:cNvGraphicFramePr>
          <p:nvPr>
            <p:ph idx="1"/>
            <p:extLst>
              <p:ext uri="{D42A27DB-BD31-4B8C-83A1-F6EECF244321}">
                <p14:modId xmlns:p14="http://schemas.microsoft.com/office/powerpoint/2010/main" val="2961015942"/>
              </p:ext>
            </p:extLst>
          </p:nvPr>
        </p:nvGraphicFramePr>
        <p:xfrm>
          <a:off x="457200" y="1613140"/>
          <a:ext cx="8229600" cy="4513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latin typeface="Times New Roman" panose="02020603050405020304" pitchFamily="18" charset="0"/>
                <a:cs typeface="Times New Roman" panose="02020603050405020304" pitchFamily="18" charset="0"/>
              </a:rPr>
              <a:t>Advantages</a:t>
            </a:r>
          </a:p>
        </p:txBody>
      </p:sp>
      <p:graphicFrame>
        <p:nvGraphicFramePr>
          <p:cNvPr id="5" name="Content Placeholder 2">
            <a:extLst>
              <a:ext uri="{FF2B5EF4-FFF2-40B4-BE49-F238E27FC236}">
                <a16:creationId xmlns:a16="http://schemas.microsoft.com/office/drawing/2014/main" id="{FC652CF9-4DDE-5D76-4F5E-E6E71C1A229D}"/>
              </a:ext>
            </a:extLst>
          </p:cNvPr>
          <p:cNvGraphicFramePr>
            <a:graphicFrameLocks noGrp="1"/>
          </p:cNvGraphicFramePr>
          <p:nvPr>
            <p:ph idx="1"/>
            <p:extLst>
              <p:ext uri="{D42A27DB-BD31-4B8C-83A1-F6EECF244321}">
                <p14:modId xmlns:p14="http://schemas.microsoft.com/office/powerpoint/2010/main" val="3151067413"/>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latin typeface="Times New Roman" panose="02020603050405020304" pitchFamily="18" charset="0"/>
                <a:cs typeface="Times New Roman" panose="02020603050405020304" pitchFamily="18" charset="0"/>
              </a:rPr>
              <a:t>Limitations</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1700">
                <a:latin typeface="Times New Roman" panose="02020603050405020304" pitchFamily="18" charset="0"/>
                <a:cs typeface="Times New Roman" panose="02020603050405020304" pitchFamily="18" charset="0"/>
              </a:rPr>
              <a:t>May not work if the battery is low or dead.No backup alert if NodeMCU or Wi-Fi fails.</a:t>
            </a:r>
          </a:p>
          <a:p>
            <a:r>
              <a:rPr lang="en-US" sz="1700">
                <a:latin typeface="Times New Roman" panose="02020603050405020304" pitchFamily="18" charset="0"/>
                <a:cs typeface="Times New Roman" panose="02020603050405020304" pitchFamily="18" charset="0"/>
              </a:rPr>
              <a:t>Considering the size of our object that we are proposing, the durability and impact bearable capacities of the object could be compromised</a:t>
            </a:r>
            <a:r>
              <a:rPr lang="en-US" sz="1700" i="1">
                <a:latin typeface="Times New Roman" panose="02020603050405020304" pitchFamily="18" charset="0"/>
                <a:cs typeface="Times New Roman" panose="02020603050405020304" pitchFamily="18" charset="0"/>
              </a:rPr>
              <a:t>.</a:t>
            </a:r>
            <a:endParaRPr lang="en-US" sz="1700">
              <a:latin typeface="Times New Roman" panose="02020603050405020304" pitchFamily="18" charset="0"/>
              <a:cs typeface="Times New Roman" panose="02020603050405020304" pitchFamily="18" charset="0"/>
            </a:endParaRPr>
          </a:p>
          <a:p>
            <a:endParaRPr lang="en-US" sz="1700"/>
          </a:p>
        </p:txBody>
      </p:sp>
      <p:pic>
        <p:nvPicPr>
          <p:cNvPr id="5" name="Picture 4" descr="Multi-color batteries">
            <a:extLst>
              <a:ext uri="{FF2B5EF4-FFF2-40B4-BE49-F238E27FC236}">
                <a16:creationId xmlns:a16="http://schemas.microsoft.com/office/drawing/2014/main" id="{2B80C72B-0E72-4247-5AC9-441D955E3452}"/>
              </a:ext>
            </a:extLst>
          </p:cNvPr>
          <p:cNvPicPr>
            <a:picLocks noChangeAspect="1"/>
          </p:cNvPicPr>
          <p:nvPr/>
        </p:nvPicPr>
        <p:blipFill>
          <a:blip r:embed="rId2"/>
          <a:srcRect l="37644" r="23479"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040ED0-4A52-EED7-31D8-613853DF4E9D}"/>
              </a:ext>
            </a:extLst>
          </p:cNvPr>
          <p:cNvPicPr>
            <a:picLocks noChangeAspect="1"/>
          </p:cNvPicPr>
          <p:nvPr/>
        </p:nvPicPr>
        <p:blipFill>
          <a:blip r:embed="rId2">
            <a:duotone>
              <a:schemeClr val="bg2">
                <a:shade val="45000"/>
                <a:satMod val="135000"/>
              </a:schemeClr>
              <a:prstClr val="white"/>
            </a:duotone>
          </a:blip>
          <a:srcRect l="9107" r="13225"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dirty="0">
                <a:latin typeface="Times New Roman" panose="02020603050405020304" pitchFamily="18" charset="0"/>
                <a:cs typeface="Times New Roman" panose="02020603050405020304" pitchFamily="18" charset="0"/>
              </a:rPr>
              <a:t>Future Scope</a:t>
            </a:r>
          </a:p>
        </p:txBody>
      </p:sp>
      <p:graphicFrame>
        <p:nvGraphicFramePr>
          <p:cNvPr id="18" name="Content Placeholder 2">
            <a:extLst>
              <a:ext uri="{FF2B5EF4-FFF2-40B4-BE49-F238E27FC236}">
                <a16:creationId xmlns:a16="http://schemas.microsoft.com/office/drawing/2014/main" id="{932DC43F-7996-FD66-773F-9A85605B2BBD}"/>
              </a:ext>
            </a:extLst>
          </p:cNvPr>
          <p:cNvGraphicFramePr>
            <a:graphicFrameLocks noGrp="1"/>
          </p:cNvGraphicFramePr>
          <p:nvPr>
            <p:ph idx="1"/>
            <p:extLst>
              <p:ext uri="{D42A27DB-BD31-4B8C-83A1-F6EECF244321}">
                <p14:modId xmlns:p14="http://schemas.microsoft.com/office/powerpoint/2010/main" val="13191848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571351" y="2743200"/>
            <a:ext cx="3485179" cy="3613149"/>
          </a:xfrm>
        </p:spPr>
        <p:txBody>
          <a:bodyPr anchor="ctr">
            <a:normAutofit/>
          </a:bodyPr>
          <a:lstStyle/>
          <a:p>
            <a:pPr>
              <a:lnSpc>
                <a:spcPct val="90000"/>
              </a:lnSpc>
            </a:pPr>
            <a:r>
              <a:rPr lang="en-US" sz="1600">
                <a:latin typeface="Times New Roman" panose="02020603050405020304" pitchFamily="18" charset="0"/>
                <a:cs typeface="Times New Roman" panose="02020603050405020304" pitchFamily="18" charset="0"/>
              </a:rPr>
              <a:t>In conclusion, this project successfully outlines the design and implementation of a simple, low-cost, and portable panic alarm. By utilizing a 555 timer IC, the circuit effectively provides both visual (LED) and audible (buzzer) alerts upon activation, with a clear mechanism for both initiating and resetting the alarm. This type of device offers a quick and discreet method for individuals to summon help in emergencies, making it a valuable tool for personal safety and awareness in various environments</a:t>
            </a:r>
          </a:p>
        </p:txBody>
      </p:sp>
      <p:pic>
        <p:nvPicPr>
          <p:cNvPr id="5" name="Picture 4" descr="Abstract pcb board">
            <a:extLst>
              <a:ext uri="{FF2B5EF4-FFF2-40B4-BE49-F238E27FC236}">
                <a16:creationId xmlns:a16="http://schemas.microsoft.com/office/drawing/2014/main" id="{AFAD9061-5757-86D9-DB85-EA294A465B8A}"/>
              </a:ext>
            </a:extLst>
          </p:cNvPr>
          <p:cNvPicPr>
            <a:picLocks noChangeAspect="1"/>
          </p:cNvPicPr>
          <p:nvPr/>
        </p:nvPicPr>
        <p:blipFill>
          <a:blip r:embed="rId2"/>
          <a:srcRect l="16735" r="38714" b="-2"/>
          <a:stretch>
            <a:fillRect/>
          </a:stretch>
        </p:blipFill>
        <p:spPr>
          <a:xfrm>
            <a:off x="4572000" y="1"/>
            <a:ext cx="457711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123</TotalTime>
  <Words>633</Words>
  <Application>Microsoft Office PowerPoint</Application>
  <PresentationFormat>On-screen Show (4:3)</PresentationFormat>
  <Paragraphs>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Panic Alarm Circuit</vt:lpstr>
      <vt:lpstr>What is a Panic Alarm?</vt:lpstr>
      <vt:lpstr>Main aim of the project </vt:lpstr>
      <vt:lpstr>Component List</vt:lpstr>
      <vt:lpstr>Circuit Diagram</vt:lpstr>
      <vt:lpstr>Working Principle  The panic alarm circuit, centered around a 555 timer IC, operates on a simple principle. When the "SET" button is pressed, it triggers the 555 timer, causing it to enter an unstable mode and begin oscillating. This oscillation generates a continuous series of electrical pulses at the 555 timer's output. This output is then connected to an LED and a buzzer via a transistor. The continuous pulses cause the LED to blink and the buzzer to sound, providing a visual and audible alarm. To stop the alarm, a "RESET" button is pressed, which forces the 555 timer back into a stable state, thereby stopping the oscillations and deactivating both the LED and the buzzer </vt:lpstr>
      <vt:lpstr>Applications</vt:lpstr>
      <vt:lpstr>Advantages</vt:lpstr>
      <vt:lpstr>Limitations</vt:lpstr>
      <vt:lpstr>Future Scope</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DIPRA KAR</cp:lastModifiedBy>
  <cp:revision>5</cp:revision>
  <dcterms:created xsi:type="dcterms:W3CDTF">2013-01-27T09:14:16Z</dcterms:created>
  <dcterms:modified xsi:type="dcterms:W3CDTF">2025-05-27T02:00:06Z</dcterms:modified>
  <cp:category/>
</cp:coreProperties>
</file>